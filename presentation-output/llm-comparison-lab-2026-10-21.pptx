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6f63e5ee2e4b15" /><Relationship Type="http://schemas.openxmlformats.org/officeDocument/2006/relationships/extended-properties" Target="/docProps/app.xml" Id="Ref5c534c1a234eea" /><Relationship Type="http://schemas.openxmlformats.org/officeDocument/2006/relationships/officeDocument" Target="/ppt/presentation.xml" Id="Rb3b428e033244e41" /></Relationships>
</file>

<file path=ppt/presentation.xml><?xml version="1.0" encoding="utf-8"?>
<p:presentation xmlns:p="http://schemas.openxmlformats.org/presentationml/2006/main">
  <p:sldMasterIdLst>
    <p:sldMasterId xmlns:r="http://schemas.openxmlformats.org/officeDocument/2006/relationships" id="2147483648" r:id="R81687faf634c42fa"/>
  </p:sldMasterIdLst>
  <p:notesMasterIdLst>
    <p:notesMasterId xmlns:r="http://schemas.openxmlformats.org/officeDocument/2006/relationships" r:id="R1da77ecc37964a6e"/>
  </p:notesMasterIdLst>
  <p:sldIdLst>
    <p:sldId xmlns:r="http://schemas.openxmlformats.org/officeDocument/2006/relationships" id="256" r:id="Rceef7a46caf64983"/>
    <p:sldId xmlns:r="http://schemas.openxmlformats.org/officeDocument/2006/relationships" id="257" r:id="R9924dcd9b92c4895"/>
    <p:sldId xmlns:r="http://schemas.openxmlformats.org/officeDocument/2006/relationships" id="258" r:id="Recd2577cefce4e02"/>
    <p:sldId xmlns:r="http://schemas.openxmlformats.org/officeDocument/2006/relationships" id="259" r:id="Rca8f1275c0b847af"/>
    <p:sldId xmlns:r="http://schemas.openxmlformats.org/officeDocument/2006/relationships" id="260" r:id="R744842bee2874ddc"/>
    <p:sldId xmlns:r="http://schemas.openxmlformats.org/officeDocument/2006/relationships" id="261" r:id="Rbeed5f0ed04f4c19"/>
    <p:sldId xmlns:r="http://schemas.openxmlformats.org/officeDocument/2006/relationships" id="262" r:id="R00a240df99934377"/>
    <p:sldId xmlns:r="http://schemas.openxmlformats.org/officeDocument/2006/relationships" id="263" r:id="Ref8fbc25225b490c"/>
    <p:sldId xmlns:r="http://schemas.openxmlformats.org/officeDocument/2006/relationships" id="264" r:id="R83769bc2cdd540af"/>
    <p:sldId xmlns:r="http://schemas.openxmlformats.org/officeDocument/2006/relationships" id="265" r:id="Red1bd20d6ca24c68"/>
    <p:sldId xmlns:r="http://schemas.openxmlformats.org/officeDocument/2006/relationships" id="266" r:id="Red3f8c9260224110"/>
    <p:sldId xmlns:r="http://schemas.openxmlformats.org/officeDocument/2006/relationships" id="267" r:id="Rfd9381b936c24039"/>
    <p:sldId xmlns:r="http://schemas.openxmlformats.org/officeDocument/2006/relationships" id="268" r:id="R7e4477fe98ab4fcc"/>
    <p:sldId xmlns:r="http://schemas.openxmlformats.org/officeDocument/2006/relationships" id="269" r:id="Re5a9613dd93b4484"/>
    <p:sldId xmlns:r="http://schemas.openxmlformats.org/officeDocument/2006/relationships" id="270" r:id="R5a2894bfc1594c43"/>
    <p:sldId xmlns:r="http://schemas.openxmlformats.org/officeDocument/2006/relationships" id="271" r:id="R7aa22f243db1496b"/>
    <p:sldId xmlns:r="http://schemas.openxmlformats.org/officeDocument/2006/relationships" id="272" r:id="R3385763ce2084e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7f145988e64557" /><Relationship Type="http://schemas.openxmlformats.org/officeDocument/2006/relationships/slideMaster" Target="/ppt/slideMasters/slideMaster1.xml" Id="R81687faf634c42fa" /><Relationship Type="http://schemas.openxmlformats.org/officeDocument/2006/relationships/notesMaster" Target="/ppt/notesMasters/notesMaster1.xml" Id="R1da77ecc37964a6e" /><Relationship Type="http://schemas.openxmlformats.org/officeDocument/2006/relationships/presProps" Target="/ppt/presProps.xml" Id="R1f330e78c93f4ae8" /><Relationship Type="http://schemas.openxmlformats.org/officeDocument/2006/relationships/tableStyles" Target="/ppt/tableStyles.xml" Id="R9d38ac5d550d4d51" /><Relationship Type="http://schemas.openxmlformats.org/officeDocument/2006/relationships/slide" Target="/ppt/slides/slide1.xml" Id="Rceef7a46caf64983" /><Relationship Type="http://schemas.openxmlformats.org/officeDocument/2006/relationships/slide" Target="/ppt/slides/slide2.xml" Id="R9924dcd9b92c4895" /><Relationship Type="http://schemas.openxmlformats.org/officeDocument/2006/relationships/slide" Target="/ppt/slides/slide3.xml" Id="Recd2577cefce4e02" /><Relationship Type="http://schemas.openxmlformats.org/officeDocument/2006/relationships/slide" Target="/ppt/slides/slide4.xml" Id="Rca8f1275c0b847af" /><Relationship Type="http://schemas.openxmlformats.org/officeDocument/2006/relationships/slide" Target="/ppt/slides/slide5.xml" Id="R744842bee2874ddc" /><Relationship Type="http://schemas.openxmlformats.org/officeDocument/2006/relationships/slide" Target="/ppt/slides/slide6.xml" Id="Rbeed5f0ed04f4c19" /><Relationship Type="http://schemas.openxmlformats.org/officeDocument/2006/relationships/slide" Target="/ppt/slides/slide7.xml" Id="R00a240df99934377" /><Relationship Type="http://schemas.openxmlformats.org/officeDocument/2006/relationships/slide" Target="/ppt/slides/slide8.xml" Id="Ref8fbc25225b490c" /><Relationship Type="http://schemas.openxmlformats.org/officeDocument/2006/relationships/slide" Target="/ppt/slides/slide9.xml" Id="R83769bc2cdd540af" /><Relationship Type="http://schemas.openxmlformats.org/officeDocument/2006/relationships/slide" Target="/ppt/slides/slide10.xml" Id="Red1bd20d6ca24c68" /><Relationship Type="http://schemas.openxmlformats.org/officeDocument/2006/relationships/slide" Target="/ppt/slides/slide11.xml" Id="Red3f8c9260224110" /><Relationship Type="http://schemas.openxmlformats.org/officeDocument/2006/relationships/slide" Target="/ppt/slides/slide12.xml" Id="Rfd9381b936c24039" /><Relationship Type="http://schemas.openxmlformats.org/officeDocument/2006/relationships/slide" Target="/ppt/slides/slide13.xml" Id="R7e4477fe98ab4fcc" /><Relationship Type="http://schemas.openxmlformats.org/officeDocument/2006/relationships/slide" Target="/ppt/slides/slide14.xml" Id="Re5a9613dd93b4484" /><Relationship Type="http://schemas.openxmlformats.org/officeDocument/2006/relationships/slide" Target="/ppt/slides/slide15.xml" Id="R5a2894bfc1594c43" /><Relationship Type="http://schemas.openxmlformats.org/officeDocument/2006/relationships/slide" Target="/ppt/slides/slide16.xml" Id="R7aa22f243db1496b" /><Relationship Type="http://schemas.openxmlformats.org/officeDocument/2006/relationships/slide" Target="/ppt/slides/slide17.xml" Id="R3385763ce2084e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9328730f744b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de929f118d4ea4" /><Relationship Type="http://schemas.openxmlformats.org/officeDocument/2006/relationships/notesMaster" Target="/ppt/notesMasters/notesMaster1.xml" Id="Rc292c7e261224f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9423d7b47f4c61" /><Relationship Type="http://schemas.openxmlformats.org/officeDocument/2006/relationships/notesMaster" Target="/ppt/notesMasters/notesMaster1.xml" Id="R05bffccb719543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3ca047b8dc49ff" /><Relationship Type="http://schemas.openxmlformats.org/officeDocument/2006/relationships/notesMaster" Target="/ppt/notesMasters/notesMaster1.xml" Id="Rdab9241193554b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0e3cca24b241e6" /><Relationship Type="http://schemas.openxmlformats.org/officeDocument/2006/relationships/notesMaster" Target="/ppt/notesMasters/notesMaster1.xml" Id="R603d93e52f574b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1737219a844473" /><Relationship Type="http://schemas.openxmlformats.org/officeDocument/2006/relationships/notesMaster" Target="/ppt/notesMasters/notesMaster1.xml" Id="R4ef86ea2458f41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516215725a413c" /><Relationship Type="http://schemas.openxmlformats.org/officeDocument/2006/relationships/notesMaster" Target="/ppt/notesMasters/notesMaster1.xml" Id="R9ffb66fbc15949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32a5368e8c44d1" /><Relationship Type="http://schemas.openxmlformats.org/officeDocument/2006/relationships/notesMaster" Target="/ppt/notesMasters/notesMaster1.xml" Id="R79f2f355f6c240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808126a8d54fbc" /><Relationship Type="http://schemas.openxmlformats.org/officeDocument/2006/relationships/notesMaster" Target="/ppt/notesMasters/notesMaster1.xml" Id="R2d8da1c66e344b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575454ab9140db" /><Relationship Type="http://schemas.openxmlformats.org/officeDocument/2006/relationships/notesMaster" Target="/ppt/notesMasters/notesMaster1.xml" Id="R86ecad10368f42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250cf793c748f0" /><Relationship Type="http://schemas.openxmlformats.org/officeDocument/2006/relationships/notesMaster" Target="/ppt/notesMasters/notesMaster1.xml" Id="Rba1723214dc742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6f880f75544d30" /><Relationship Type="http://schemas.openxmlformats.org/officeDocument/2006/relationships/notesMaster" Target="/ppt/notesMasters/notesMaster1.xml" Id="Rc4b70fcca29747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a2d6d0bc514c43" /><Relationship Type="http://schemas.openxmlformats.org/officeDocument/2006/relationships/notesMaster" Target="/ppt/notesMasters/notesMaster1.xml" Id="Rfa631f47317b45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02f48e289e4a58" /><Relationship Type="http://schemas.openxmlformats.org/officeDocument/2006/relationships/notesMaster" Target="/ppt/notesMasters/notesMaster1.xml" Id="R2f1f1302b88e4f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854e07b1bc4687" /><Relationship Type="http://schemas.openxmlformats.org/officeDocument/2006/relationships/notesMaster" Target="/ppt/notesMasters/notesMaster1.xml" Id="Rc6c82b685a3140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28f358bdea467a" /><Relationship Type="http://schemas.openxmlformats.org/officeDocument/2006/relationships/notesMaster" Target="/ppt/notesMasters/notesMaster1.xml" Id="Re403be057f784f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0a44f52cf6462f" /><Relationship Type="http://schemas.openxmlformats.org/officeDocument/2006/relationships/notesMaster" Target="/ppt/notesMasters/notesMaster1.xml" Id="Rdd9818c132034e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625f6ed4ba42d5" /><Relationship Type="http://schemas.openxmlformats.org/officeDocument/2006/relationships/notesMaster" Target="/ppt/notesMasters/notesMaster1.xml" Id="R2196625acc3c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how a small local application turns a limited part of evaluation research into a workflow that can be inspected. The comparison gives two exact provider routes the same selected questions. It records inputs, attempts, outputs, checks, and omissions. It does not claim a general ranking of models. I will distinguish synthetic demonstration evidence from the one narrow live smoke run throughout.</a:t>
            </a:r>
          </a:p>
          <a:p xmlns:a="http://schemas.openxmlformats.org/drawingml/2006/main">
            <a:r>
              <a:t/>
            </a:r>
          </a:p>
          <a:p xmlns:a="http://schemas.openxmlformats.org/drawingml/2006/main">
            <a:r>
              <a:t>Sources: sources/ai_project.md; README.md; docs/METHODOLOGY.md; Chang et al. (2024), DOI 10.1145/3641289.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 and colleagues describe evaluation as a choice of tasks, data, and methods. Our problem is narrower: a beginner can see two polished answers but may miss route effects, failures, and weak scoring rules. The project asks how to make a modest comparison traceable enough to interpret honestly. Reproducibility here means freezing the planned inputs and keeping logs. Hosted provider behavior may still change later.</a:t>
            </a:r>
          </a:p>
          <a:p xmlns:a="http://schemas.openxmlformats.org/drawingml/2006/main">
            <a:r>
              <a:t/>
            </a:r>
          </a:p>
          <a:p xmlns:a="http://schemas.openxmlformats.org/drawingml/2006/main">
            <a:r>
              <a:t>Sources: sources/ai_project.md; docs/METHODOLOGY.md; Chang et al. (2024).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survey organizes evaluation around what we evaluate, where we evaluate it, and how we assess it. What includes tasks and potential risks. Where concerns the data or benchmark setting. How covers protocols, metrics, and human or automatic judgments. The boxes are an original diagram of that organizing idea. Our lab operationalizes a bounded subset through local question metadata, two-route execution, task-specific checks, and review. It does not implement the survey as a whole.</a:t>
            </a:r>
          </a:p>
          <a:p xmlns:a="http://schemas.openxmlformats.org/drawingml/2006/main">
            <a:r>
              <a:t/>
            </a:r>
          </a:p>
          <a:p xmlns:a="http://schemas.openxmlformats.org/drawingml/2006/main">
            <a:r>
              <a:t>Sources: sources/ai_project.md, sections 3–5; docs/RESEARCH_FOR_ARENA.md; DOI 10.1145/3641289. Diagram text equivalent: three groups named What, Where, How, each with one survey meaning and one local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separates what inspired the project from what it actually implemented. Chang gives the organizing frame. HELM motivates reporting several dimensions rather than collapsing them. IFEval inspires bounded checks on declared constraints. Dror motivates inference that respects the sampling unit, but our exact bootstrap rules are project choices. Zheng informs blinded pairwise review and a discussion of judge bias. None of these rows asserts replication of a published benchmark or transfer of its results.</a:t>
            </a:r>
          </a:p>
          <a:p xmlns:a="http://schemas.openxmlformats.org/drawingml/2006/main">
            <a:r>
              <a:t/>
            </a:r>
          </a:p>
          <a:p xmlns:a="http://schemas.openxmlformats.org/drawingml/2006/main">
            <a:r>
              <a:t>Sources: docs/METHODOLOGY.md; docs/RESEARCH_FOR_ARENA.md; backend/app/evaluation/scoring.py; backend/app/services/analysis.py; frontend/src/HumanReview.tsx.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guides selection and displays results. FastAPI validates imports, experiment designs, route readiness, and export requests. SQLite persists dataset versions, frozen configurations, generation jobs, attempts, scores, and analyses. A separate worker dispatches through exact provider adapters, including OpenRouter and OpenCode Zen as distinct routes. Scoring and analysis stay local. The architecture diagram reads from top to bottom as the user and data path, ending in results, review, and exports.</a:t>
            </a:r>
          </a:p>
          <a:p xmlns:a="http://schemas.openxmlformats.org/drawingml/2006/main">
            <a:r>
              <a:t/>
            </a:r>
          </a:p>
          <a:p xmlns:a="http://schemas.openxmlformats.org/drawingml/2006/main">
            <a:r>
              <a:t>Sources: frontend/src/Experiments.tsx; backend/app/api; backend/app/services/experiments.py; backend/app/worker/runner.py; backend/app/services/analysis_store.py. Diagram text equivalent: five editable rows tracing UI to API to database to worker to scoring and saved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application ships a newly authored 30-item convenience dataset, with a small category-balanced selection for a first comparison. These questions are demonstrations rather than an established benchmark. Imports accept CSV or JSONL and validate versioned metadata such as source, license, split, family, and variant. Hashes help identify the saved content. The older prototype benchmark file is separate from the current application. The five-family instruction-following draft is development material and has not become a held-out study.</a:t>
            </a:r>
          </a:p>
          <a:p xmlns:a="http://schemas.openxmlformats.org/drawingml/2006/main">
            <a:r>
              <a:t/>
            </a:r>
          </a:p>
          <a:p xmlns:a="http://schemas.openxmlformats.org/drawingml/2006/main">
            <a:r>
              <a:t>Sources: README.md; docs/METHODOLOGY.md; backend/app/services/datasets.py; backend/app/api/datasets.py.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screen shows a planned 10-question, two-route comparison before the Start action. Both model slots receive the same selected questions and shared instruction. The saved design identifies exact providers and model routes, plus repetitions and request limits. For the pictured settings, the interface estimated 20 initial generation requests, but this screenshot does not prove any request was sent. The local seed controls question selection and order, not remote model determinism. Provider and time effects remain confounds.</a:t>
            </a:r>
          </a:p>
          <a:p xmlns:a="http://schemas.openxmlformats.org/drawingml/2006/main">
            <a:r>
              <a:t/>
            </a:r>
          </a:p>
          <a:p xmlns:a="http://schemas.openxmlformats.org/drawingml/2006/main">
            <a:r>
              <a:t>Sources: docs/BEGINNER_COMPARISON.md; docs/VERIFICATION.md; frontend/src/Experiments.tsx; backend/app/services/experiments.py. Screenshot text equivalent: review page listing ten selected questions, two routes, 20 initial requests, retry estimate, and an unclicked Start button.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applies a free-only policy at the backend, not just in the selector. It needs current, explicit zero-price evidence for the exact route and blocks unknown or stale cases. The official OpenCode Console table was rechecked on 21 October 2026, but the local evidence window expires on 22 October at midnight UTC. That expiry is a local safety rule, not a provider guarantee. Existing credentials and catalog discovery do not demonstrate authenticated generation. Zen quota is undocumented in the local evidence.</a:t>
            </a:r>
          </a:p>
          <a:p xmlns:a="http://schemas.openxmlformats.org/drawingml/2006/main">
            <a:r>
              <a:t/>
            </a:r>
          </a:p>
          <a:p xmlns:a="http://schemas.openxmlformats.org/drawingml/2006/main">
            <a:r>
              <a:t>Sources: docs/PROVIDER_CONFIGURATION.md; docs/VERIFICATION.md; backend/app/services/providers.py; backend/app/services/access.py.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Starting a saved design creates durable jobs and attempt records. The worker can resume remaining work after a pause rather than silently restarting the whole comparison. It uses an absolute attempt cap and a bounded retry policy. A rate limit can pause execution. If the process loses contact after dispatch, the remote outcome may be unknown and a retry could duplicate provider work. The application requires acknowledgement for that uncertainty. These stages describe implemented behavior, not a fabricated live success sequence.</a:t>
            </a:r>
          </a:p>
          <a:p xmlns:a="http://schemas.openxmlformats.org/drawingml/2006/main">
            <a:r>
              <a:t/>
            </a:r>
          </a:p>
          <a:p xmlns:a="http://schemas.openxmlformats.org/drawingml/2006/main">
            <a:r>
              <a:t>Sources: backend/app/worker/runner.py; docs/BEGINNER_COMPARISON.md; docs/VERIFICATION.md. Diagram text equivalent: queued frozen plan, durable attempt, saved response or failure, then recovery under pause or retry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Automatic scoring follows each item’s declared task and rule. Exact matching, numeric parsing, JSON structure, and verifiable instruction constraints can be checked locally. The instruction checker reports both passed checks over declared checks and whether every check on a prompt passed; these denominators can differ. Malformed completed answers may fail a declared rule, while missing and truncated responses retain their own status. Overlap or formatting checks do not establish truth. The bounded instruction checks are inspired by IFEval, not official IFEval scoring.</a:t>
            </a:r>
          </a:p>
          <a:p xmlns:a="http://schemas.openxmlformats.org/drawingml/2006/main">
            <a:r>
              <a:t/>
            </a:r>
          </a:p>
          <a:p xmlns:a="http://schemas.openxmlformats.org/drawingml/2006/main">
            <a:r>
              <a:t>Sources: backend/app/evaluation/scoring.py; docs/METHODOLOGY.md; frontend/src/ResultsPanel.tsx; Zhou et al. (2023), arXiv:2311.07911v1.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Repeating the same question does not create a new independent observation. The analysis groups planned responses by question family and includes a family only when both selected slots have the required scores. It averages repeats and variants inside each family, then weights complete families equally. A local paired bootstrap uses ten thousand draws. The software withholds a 95 percent interval with fewer than ten complete families and flags identical family differences as degenerate. Dror motivates matching inference to the design; these exact policies are ours.</a:t>
            </a:r>
          </a:p>
          <a:p xmlns:a="http://schemas.openxmlformats.org/drawingml/2006/main">
            <a:r>
              <a:t/>
            </a:r>
          </a:p>
          <a:p xmlns:a="http://schemas.openxmlformats.org/drawingml/2006/main">
            <a:r>
              <a:t>Sources: backend/app/services/analysis.py; backend/app/services/analysis_store.py; docs/METHODOLOGY.md; Dror et al. (2018), ACL P18-1128.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 hides model identities in review assignments, records randomized A/B mappings privately, and accepts A, B, tie, or cannot-judge votes. A local label is not proof that distinct independent people reviewed the responses. The optional AI judge is a separate design document. It would need opt-in, separate provider credentials and costs, both answer orders, a declared rubric, and protection against instructions embedded in candidate answers. The Zheng paper informs bias discussion, not a claim that this app runs Arena or MT-Bench.</a:t>
            </a:r>
          </a:p>
          <a:p xmlns:a="http://schemas.openxmlformats.org/drawingml/2006/main">
            <a:r>
              <a:t/>
            </a:r>
          </a:p>
          <a:p xmlns:a="http://schemas.openxmlformats.org/drawingml/2006/main">
            <a:r>
              <a:t>Sources: frontend/src/HumanReview.tsx; backend/app/services/review.py; docs/METHODOLOGY.md; docs/AI_JUDGE_DESIGN.md; Zheng et al. (2023), arXiv:2306.05685v4.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is permanently labeled as a synthetic demonstration. The two fixture routes show how users inspect completion, matching answers, automatic checks, and export links. Their responses are synthetic and cannot support a model-quality conclusion. A separate earlier live smoke produced twenty responses across ten original questions and two OpenRouter routes. It is a narrow convenience run with its own database and record, not a benchmark or a winner claim. The live selection screenshot elsewhere only demonstrated catalog selectability.</a:t>
            </a:r>
          </a:p>
          <a:p xmlns:a="http://schemas.openxmlformats.org/drawingml/2006/main">
            <a:r>
              <a:t/>
            </a:r>
          </a:p>
          <a:p xmlns:a="http://schemas.openxmlformats.org/drawingml/2006/main">
            <a:r>
              <a:t>Sources: docs/screenshots/results-desktop.png; docs/VERIFICATION.md; AGENTS.md; docs/METHODOLOGY.md. Screenshot text equivalent: two demonstration fixture panels, ten of ten responses each, side-by-side synthetic answers, evaluation details, and export buttons.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limitation is scope. The built-in questions are small, authored examples, and the separate instruction draft has no independent review. Provider routes, availability, and pricing can shift after observation. Automatic checks evaluate declared narrow properties; they cannot establish broad factual accuracy or answer usefulness. This version has no fairness or calibration study, agent or multimodal evaluation, or official benchmark suite. Keeping inputs and attempt logs helps audit a run, but it cannot make a changing hosted model reproduce the same text later.</a:t>
            </a:r>
          </a:p>
          <a:p xmlns:a="http://schemas.openxmlformats.org/drawingml/2006/main">
            <a:r>
              <a:t/>
            </a:r>
          </a:p>
          <a:p xmlns:a="http://schemas.openxmlformats.org/drawingml/2006/main">
            <a:r>
              <a:t>Sources: README.md; docs/METHODOLOGY.md; docs/PROVIDER_CONFIGURATION.md; sources/ai_project.md.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contribution is a traceable sequence from question selection to exact route choice, request review, durable progress, results, human review, and export. For a live demonstration, stop on the review screen before Start. A real study would require a larger independently reviewed held-out question set, a precommitted protocol, repeated balanced runs, permission to use the selected providers, and substantive human assessment. The present work shows a defensible workflow rather than a general model ranking.</a:t>
            </a:r>
          </a:p>
          <a:p xmlns:a="http://schemas.openxmlformats.org/drawingml/2006/main">
            <a:r>
              <a:t/>
            </a:r>
          </a:p>
          <a:p xmlns:a="http://schemas.openxmlformats.org/drawingml/2006/main">
            <a:r>
              <a:t>Sources: frontend/src/Experiments.tsx; frontend/src/ResultsPanel.tsx; docs/BEGINNER_COMPARISON.md; docs/METHODOLOGY.md.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five sources used to frame or motivate local features. The primary source is Chang and colleagues’ 2024 ACM survey. HELM motivates multidimensional transparent reporting. The instruction-following paper is first-authored by Jeffrey Zhou, with Le Hou last in the arXiv author list; the earlier prompt reversed that attribution. Dror and colleagues motivate design-matched inference, and Zheng and colleagues inform review and judge-bias discussion. Hyperlinks point to publisher, ACL, or arXiv records.</a:t>
            </a:r>
          </a:p>
          <a:p xmlns:a="http://schemas.openxmlformats.org/drawingml/2006/main">
            <a:r>
              <a:t/>
            </a:r>
          </a:p>
          <a:p xmlns:a="http://schemas.openxmlformats.org/drawingml/2006/main">
            <a:r>
              <a:t>Sources: sources/ai_project.md; docs/RESEARCH_FOR_ARENA.md; primary DOI; four linked publisher/arXiv records.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overview names these three later surveys as context. Their titles and leading authors were checked against their arXiv records. They are not direct implemented methods in this local application. The agent survey concerns systems with tool use and extended interactions, which this lab does not evaluate. The benchmark survey catalogs many external suites that were not run here. These sources indicate possible future directions while keeping the eight-paper bibliography honest about what actually shaped the app.</a:t>
            </a:r>
          </a:p>
          <a:p xmlns:a="http://schemas.openxmlformats.org/drawingml/2006/main">
            <a:r>
              <a:t/>
            </a:r>
          </a:p>
          <a:p xmlns:a="http://schemas.openxmlformats.org/drawingml/2006/main">
            <a:r>
              <a:t>Sources: project_overview.md; arXiv:2504.18838; arXiv:2507.21504; arXiv:2508.15361.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0fda8166bb46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2e480dee8a44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312180b53f49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795698a0d14a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b1e3e2211f49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d505b3706c44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5749BD-DD33-49E7-BF35-0198D1EB4E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50F3BC-203E-4EBB-8903-342050E7AB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B1C472-6F8F-45F5-B32E-749354C3F7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39FD58-3300-46E1-8AB7-2D14D57FA0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5C998F-9228-476C-B319-CF97FCF978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B13FC6-7238-4F00-8A78-4F5EB246A7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5B49BD-EA07-4955-B02B-ADCABD6B85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AC2E46-AD9E-4FC9-8069-C1FD7A8991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9EFC6D-35C1-48F1-9E25-79412A1A2B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283CCF-D2FE-46E8-A865-3832A8F53F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3babe35e3c4c34" /><Relationship Type="http://schemas.openxmlformats.org/officeDocument/2006/relationships/slideLayout" Target="/ppt/slideLayouts/slideLayout1.xml" Id="R8ae19f1209f04923" /><Relationship Type="http://schemas.openxmlformats.org/officeDocument/2006/relationships/slideLayout" Target="/ppt/slideLayouts/slideLayout2.xml" Id="R90e0b3cd2bc94e65" /><Relationship Type="http://schemas.openxmlformats.org/officeDocument/2006/relationships/slideLayout" Target="/ppt/slideLayouts/slideLayout3.xml" Id="R6092ec936503407a" /><Relationship Type="http://schemas.openxmlformats.org/officeDocument/2006/relationships/slideLayout" Target="/ppt/slideLayouts/slideLayout4.xml" Id="R814dc8d858f84678" /><Relationship Type="http://schemas.openxmlformats.org/officeDocument/2006/relationships/slideLayout" Target="/ppt/slideLayouts/slideLayout5.xml" Id="R7148dd0fb45d4a16" /><Relationship Type="http://schemas.openxmlformats.org/officeDocument/2006/relationships/slideLayout" Target="/ppt/slideLayouts/slideLayout6.xml" Id="R46f24e30532f49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e19f1209f04923"/>
    <p:sldLayoutId xmlns:r="http://schemas.openxmlformats.org/officeDocument/2006/relationships" id="2147483650" r:id="R90e0b3cd2bc94e65"/>
    <p:sldLayoutId xmlns:r="http://schemas.openxmlformats.org/officeDocument/2006/relationships" id="2147483651" r:id="R6092ec936503407a"/>
    <p:sldLayoutId xmlns:r="http://schemas.openxmlformats.org/officeDocument/2006/relationships" id="2147483652" r:id="R814dc8d858f84678"/>
    <p:sldLayoutId xmlns:r="http://schemas.openxmlformats.org/officeDocument/2006/relationships" id="2147483653" r:id="R7148dd0fb45d4a16"/>
    <p:sldLayoutId xmlns:r="http://schemas.openxmlformats.org/officeDocument/2006/relationships" id="2147483654" r:id="R46f24e30532f49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8b56df4de941b6" /><Relationship Type="http://schemas.openxmlformats.org/officeDocument/2006/relationships/notesSlide" Target="/ppt/notesSlides/notesSlide1.xml" Id="R16570887bc024e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bc394e4d5348af" /><Relationship Type="http://schemas.openxmlformats.org/officeDocument/2006/relationships/notesSlide" Target="/ppt/notesSlides/notesSlide2.xml" Id="R2f0dc946a0fe48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3e1de64ab79484c" /><Relationship Type="http://schemas.openxmlformats.org/officeDocument/2006/relationships/notesSlide" Target="/ppt/notesSlides/notesSlide3.xml" Id="Rd63dafab4cbf4c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a83028d27f43e0" /><Relationship Type="http://schemas.openxmlformats.org/officeDocument/2006/relationships/notesSlide" Target="/ppt/notesSlides/notesSlide4.xml" Id="R8482cce1b7fc42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711257dc974296" /><Relationship Type="http://schemas.openxmlformats.org/officeDocument/2006/relationships/notesSlide" Target="/ppt/notesSlides/notesSlide5.xml" Id="R8942adacbaf846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75986dbda942de" /><Relationship Type="http://schemas.openxmlformats.org/officeDocument/2006/relationships/notesSlide" Target="/ppt/notesSlides/notesSlide6.xml" Id="R9a620fc0f7ef4d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5b50591ba0481d" /><Relationship Type="http://schemas.openxmlformats.org/officeDocument/2006/relationships/image" Target="/ppt/media/image.png" Id="R66d269b9a4324b12" /><Relationship Type="http://schemas.openxmlformats.org/officeDocument/2006/relationships/notesSlide" Target="/ppt/notesSlides/notesSlide7.xml" Id="Rc40e0492f0254b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33dbd7530145b4" /><Relationship Type="http://schemas.openxmlformats.org/officeDocument/2006/relationships/notesSlide" Target="/ppt/notesSlides/notesSlide8.xml" Id="Rb495f98a8e4c48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77520692994c60" /><Relationship Type="http://schemas.openxmlformats.org/officeDocument/2006/relationships/notesSlide" Target="/ppt/notesSlides/notesSlide9.xml" Id="R2ee101c1ec2241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fbc9b246c34332" /><Relationship Type="http://schemas.openxmlformats.org/officeDocument/2006/relationships/notesSlide" Target="/ppt/notesSlides/notesSlide10.xml" Id="Rcc296441f05f4b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375ffa5cb947ce" /><Relationship Type="http://schemas.openxmlformats.org/officeDocument/2006/relationships/notesSlide" Target="/ppt/notesSlides/notesSlide11.xml" Id="R75bd9117aa344c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2f9f454e9c4603" /><Relationship Type="http://schemas.openxmlformats.org/officeDocument/2006/relationships/notesSlide" Target="/ppt/notesSlides/notesSlide12.xml" Id="R816cefb4eb3f4a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46ff68a14c14f8c" /><Relationship Type="http://schemas.openxmlformats.org/officeDocument/2006/relationships/image" Target="/ppt/media/image2.png" Id="Red1fb0558f5c4e2b" /><Relationship Type="http://schemas.openxmlformats.org/officeDocument/2006/relationships/notesSlide" Target="/ppt/notesSlides/notesSlide13.xml" Id="Ra798904be89649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a3d2ebb89e4020" /><Relationship Type="http://schemas.openxmlformats.org/officeDocument/2006/relationships/notesSlide" Target="/ppt/notesSlides/notesSlide14.xml" Id="R364ee818b75f4b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1092cf4cf344a3" /><Relationship Type="http://schemas.openxmlformats.org/officeDocument/2006/relationships/notesSlide" Target="/ppt/notesSlides/notesSlide15.xml" Id="Rba31396c361a46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2e11441fde47a8" /><Relationship Type="http://schemas.openxmlformats.org/officeDocument/2006/relationships/hyperlink" Target="https://doi.org/10.1145/3641289" TargetMode="External" Id="Rb1239a27e07f4b79" /><Relationship Type="http://schemas.openxmlformats.org/officeDocument/2006/relationships/hyperlink" Target="https://arxiv.org/abs/2211.09110v2" TargetMode="External" Id="R784d903d48734f73" /><Relationship Type="http://schemas.openxmlformats.org/officeDocument/2006/relationships/hyperlink" Target="https://arxiv.org/abs/2311.07911v1" TargetMode="External" Id="R7252db2509d64ec3" /><Relationship Type="http://schemas.openxmlformats.org/officeDocument/2006/relationships/hyperlink" Target="https://aclanthology.org/P18-1128/" TargetMode="External" Id="R2efa47f90c8e44e8" /><Relationship Type="http://schemas.openxmlformats.org/officeDocument/2006/relationships/hyperlink" Target="https://arxiv.org/abs/2306.05685v4" TargetMode="External" Id="Re42cdfe3110b48d0" /><Relationship Type="http://schemas.openxmlformats.org/officeDocument/2006/relationships/notesSlide" Target="/ppt/notesSlides/notesSlide16.xml" Id="Rc81f4c7f4acb4e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b2cae56ddc64f76" /><Relationship Type="http://schemas.openxmlformats.org/officeDocument/2006/relationships/hyperlink" Target="https://arxiv.org/abs/2504.18838" TargetMode="External" Id="R3dcb4c7a0fb14cac" /><Relationship Type="http://schemas.openxmlformats.org/officeDocument/2006/relationships/hyperlink" Target="https://arxiv.org/abs/2507.21504" TargetMode="External" Id="R0130020f13364892" /><Relationship Type="http://schemas.openxmlformats.org/officeDocument/2006/relationships/hyperlink" Target="https://arxiv.org/abs/2508.15361" TargetMode="External" Id="Rd63a2d3986374a62" /><Relationship Type="http://schemas.openxmlformats.org/officeDocument/2006/relationships/notesSlide" Target="/ppt/notesSlides/notesSlide17.xml" Id="Ra977f4ca3ed5483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6E2FA9-2C23-4B99-8129-B9200C490C8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7B261578-5775-45B2-A9BC-4591E38CC2E1}"/>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FROM EVALUATION RESEARCH TO A LOCAL WORKFLOW</a:t>
            </a:r>
          </a:p>
        </p:txBody>
      </p:sp>
      <p:sp>
        <p:nvSpPr>
          <p:cNvPr id="3" name="">
            <a:extLst xmlns:a="http://schemas.openxmlformats.org/drawingml/2006/main">
              <a:ext uri="{FF2B5EF4-FFF2-40B4-BE49-F238E27FC236}">
                <a16:creationId xmlns:a16="http://schemas.microsoft.com/office/drawing/2014/main" id="{B896DB11-8DA7-448B-9B0C-AD5FB8BED3C7}"/>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LLM Comparison Lab</a:t>
            </a:r>
          </a:p>
        </p:txBody>
      </p:sp>
      <p:sp>
        <p:nvSpPr>
          <p:cNvPr id="4" name="">
            <a:extLst xmlns:a="http://schemas.openxmlformats.org/drawingml/2006/main">
              <a:ext uri="{FF2B5EF4-FFF2-40B4-BE49-F238E27FC236}">
                <a16:creationId xmlns:a16="http://schemas.microsoft.com/office/drawing/2014/main" id="{068B33D3-0C79-4AB8-92F7-0588D89C9F3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3E598822-3E66-4678-8F7C-C4FBE5328E50}"/>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75665257-FAA8-4E42-B643-6DD5271161D4}"/>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01</a:t>
            </a:r>
          </a:p>
        </p:txBody>
      </p:sp>
      <p:sp>
        <p:nvSpPr>
          <p:cNvPr id="7" name="">
            <a:extLst xmlns:a="http://schemas.openxmlformats.org/drawingml/2006/main">
              <a:ext uri="{FF2B5EF4-FFF2-40B4-BE49-F238E27FC236}">
                <a16:creationId xmlns:a16="http://schemas.microsoft.com/office/drawing/2014/main" id="{0A11FBFA-E61B-4487-8713-794BE05935F4}"/>
              </a:ext>
            </a:extLst>
          </p:cNvPr>
          <p:cNvSpPr>
            <a:spLocks xmlns:a="http://schemas.openxmlformats.org/drawingml/2006/main" noGrp="1"/>
          </p:cNvSpPr>
          <p:nvPr/>
        </p:nvSpPr>
        <p:spPr>
          <a:xfrm xmlns:a="http://schemas.openxmlformats.org/drawingml/2006/main">
            <a:off x="666750" y="1905000"/>
            <a:ext cx="9810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550" b="1">
                <a:solidFill>
                  <a:srgbClr val="111A2E"/>
                </a:solidFill>
                <a:latin typeface="Liberation Sans"/>
                <a:ea typeface="Liberation Sans"/>
                <a:cs typeface="Liberation Sans"/>
              </a:defRPr>
            </a:defPPr>
            <a:lvl1pPr>
              <a:defRPr sz="2550" b="1">
                <a:solidFill>
                  <a:srgbClr val="111A2E"/>
                </a:solidFill>
                <a:latin typeface="Liberation Sans"/>
                <a:ea typeface="Liberation Sans"/>
                <a:cs typeface="Liberation Sans"/>
              </a:defRPr>
            </a:lvl1pPr>
            <a:lvl2pPr>
              <a:defRPr sz="2550" b="1">
                <a:solidFill>
                  <a:srgbClr val="111A2E"/>
                </a:solidFill>
                <a:latin typeface="Liberation Sans"/>
                <a:ea typeface="Liberation Sans"/>
                <a:cs typeface="Liberation Sans"/>
              </a:defRPr>
            </a:lvl2pPr>
            <a:lvl3pPr>
              <a:defRPr sz="2550" b="1">
                <a:solidFill>
                  <a:srgbClr val="111A2E"/>
                </a:solidFill>
                <a:latin typeface="Liberation Sans"/>
                <a:ea typeface="Liberation Sans"/>
                <a:cs typeface="Liberation Sans"/>
              </a:defRPr>
            </a:lvl3pPr>
            <a:lvl4pPr>
              <a:defRPr sz="2550" b="1">
                <a:solidFill>
                  <a:srgbClr val="111A2E"/>
                </a:solidFill>
                <a:latin typeface="Liberation Sans"/>
                <a:ea typeface="Liberation Sans"/>
                <a:cs typeface="Liberation Sans"/>
              </a:defRPr>
            </a:lvl4pPr>
            <a:lvl5pPr>
              <a:defRPr sz="2550" b="1">
                <a:solidFill>
                  <a:srgbClr val="111A2E"/>
                </a:solidFill>
                <a:latin typeface="Liberation Sans"/>
                <a:ea typeface="Liberation Sans"/>
                <a:cs typeface="Liberation Sans"/>
              </a:defRPr>
            </a:lvl5pPr>
            <a:lvl6pPr>
              <a:defRPr sz="2550" b="1">
                <a:solidFill>
                  <a:srgbClr val="111A2E"/>
                </a:solidFill>
                <a:latin typeface="Liberation Sans"/>
                <a:ea typeface="Liberation Sans"/>
                <a:cs typeface="Liberation Sans"/>
              </a:defRPr>
            </a:lvl6pPr>
            <a:lvl7pPr>
              <a:defRPr sz="2550" b="1">
                <a:solidFill>
                  <a:srgbClr val="111A2E"/>
                </a:solidFill>
                <a:latin typeface="Liberation Sans"/>
                <a:ea typeface="Liberation Sans"/>
                <a:cs typeface="Liberation Sans"/>
              </a:defRPr>
            </a:lvl7pPr>
            <a:lvl8pPr>
              <a:defRPr sz="2550" b="1">
                <a:solidFill>
                  <a:srgbClr val="111A2E"/>
                </a:solidFill>
                <a:latin typeface="Liberation Sans"/>
                <a:ea typeface="Liberation Sans"/>
                <a:cs typeface="Liberation Sans"/>
              </a:defRPr>
            </a:lvl8pPr>
            <a:lvl9pPr>
              <a:defRPr sz="2550" b="1">
                <a:solidFill>
                  <a:srgbClr val="111A2E"/>
                </a:solidFill>
                <a:latin typeface="Liberation Sans"/>
                <a:ea typeface="Liberation Sans"/>
                <a:cs typeface="Liberation Sans"/>
              </a:defRPr>
            </a:lvl9pPr>
          </a:lstStyle>
          <a:p xmlns:a="http://schemas.openxmlformats.org/drawingml/2006/main">
            <a:pPr>
              <a:defRPr sz="2550" b="1">
                <a:solidFill>
                  <a:srgbClr val="111A2E"/>
                </a:solidFill>
                <a:latin typeface="Liberation Sans"/>
                <a:ea typeface="Liberation Sans"/>
                <a:cs typeface="Liberation Sans"/>
              </a:defRPr>
            </a:pPr>
            <a:r>
              <a:rPr sz="2550" b="1">
                <a:solidFill>
                  <a:srgbClr val="111A2E"/>
                </a:solidFill>
                <a:latin typeface="Liberation Sans"/>
                <a:ea typeface="Liberation Sans"/>
                <a:cs typeface="Liberation Sans"/>
              </a:rPr>
              <a:t>Same questions. Two provider routes. Inspectable evidence.</a:t>
            </a:r>
          </a:p>
        </p:txBody>
      </p:sp>
      <p:sp>
        <p:nvSpPr>
          <p:cNvPr id="8" name="">
            <a:extLst xmlns:a="http://schemas.openxmlformats.org/drawingml/2006/main">
              <a:ext uri="{FF2B5EF4-FFF2-40B4-BE49-F238E27FC236}">
                <a16:creationId xmlns:a16="http://schemas.microsoft.com/office/drawing/2014/main" id="{1557BB89-8C32-43FA-B905-DD99E86B9804}"/>
              </a:ext>
            </a:extLst>
          </p:cNvPr>
          <p:cNvSpPr>
            <a:spLocks xmlns:a="http://schemas.openxmlformats.org/drawingml/2006/main" noGrp="1"/>
          </p:cNvSpPr>
          <p:nvPr/>
        </p:nvSpPr>
        <p:spPr>
          <a:xfrm xmlns:a="http://schemas.openxmlformats.org/drawingml/2006/main">
            <a:off x="666750" y="323850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526177"/>
                </a:solidFill>
                <a:latin typeface="Liberation Sans"/>
                <a:ea typeface="Liberation Sans"/>
                <a:cs typeface="Liberation Sans"/>
              </a:defRPr>
            </a:defPPr>
            <a:lvl1pPr>
              <a:defRPr sz="1725" b="0">
                <a:solidFill>
                  <a:srgbClr val="526177"/>
                </a:solidFill>
                <a:latin typeface="Liberation Sans"/>
                <a:ea typeface="Liberation Sans"/>
                <a:cs typeface="Liberation Sans"/>
              </a:defRPr>
            </a:lvl1pPr>
            <a:lvl2pPr>
              <a:defRPr sz="1725" b="0">
                <a:solidFill>
                  <a:srgbClr val="526177"/>
                </a:solidFill>
                <a:latin typeface="Liberation Sans"/>
                <a:ea typeface="Liberation Sans"/>
                <a:cs typeface="Liberation Sans"/>
              </a:defRPr>
            </a:lvl2pPr>
            <a:lvl3pPr>
              <a:defRPr sz="1725" b="0">
                <a:solidFill>
                  <a:srgbClr val="526177"/>
                </a:solidFill>
                <a:latin typeface="Liberation Sans"/>
                <a:ea typeface="Liberation Sans"/>
                <a:cs typeface="Liberation Sans"/>
              </a:defRPr>
            </a:lvl3pPr>
            <a:lvl4pPr>
              <a:defRPr sz="1725" b="0">
                <a:solidFill>
                  <a:srgbClr val="526177"/>
                </a:solidFill>
                <a:latin typeface="Liberation Sans"/>
                <a:ea typeface="Liberation Sans"/>
                <a:cs typeface="Liberation Sans"/>
              </a:defRPr>
            </a:lvl4pPr>
            <a:lvl5pPr>
              <a:defRPr sz="1725" b="0">
                <a:solidFill>
                  <a:srgbClr val="526177"/>
                </a:solidFill>
                <a:latin typeface="Liberation Sans"/>
                <a:ea typeface="Liberation Sans"/>
                <a:cs typeface="Liberation Sans"/>
              </a:defRPr>
            </a:lvl5pPr>
            <a:lvl6pPr>
              <a:defRPr sz="1725" b="0">
                <a:solidFill>
                  <a:srgbClr val="526177"/>
                </a:solidFill>
                <a:latin typeface="Liberation Sans"/>
                <a:ea typeface="Liberation Sans"/>
                <a:cs typeface="Liberation Sans"/>
              </a:defRPr>
            </a:lvl6pPr>
            <a:lvl7pPr>
              <a:defRPr sz="1725" b="0">
                <a:solidFill>
                  <a:srgbClr val="526177"/>
                </a:solidFill>
                <a:latin typeface="Liberation Sans"/>
                <a:ea typeface="Liberation Sans"/>
                <a:cs typeface="Liberation Sans"/>
              </a:defRPr>
            </a:lvl7pPr>
            <a:lvl8pPr>
              <a:defRPr sz="1725" b="0">
                <a:solidFill>
                  <a:srgbClr val="526177"/>
                </a:solidFill>
                <a:latin typeface="Liberation Sans"/>
                <a:ea typeface="Liberation Sans"/>
                <a:cs typeface="Liberation Sans"/>
              </a:defRPr>
            </a:lvl8pPr>
            <a:lvl9pPr>
              <a:defRPr sz="1725" b="0">
                <a:solidFill>
                  <a:srgbClr val="526177"/>
                </a:solidFill>
                <a:latin typeface="Liberation Sans"/>
                <a:ea typeface="Liberation Sans"/>
                <a:cs typeface="Liberation Sans"/>
              </a:defRPr>
            </a:lvl9pPr>
          </a:lstStyle>
          <a:p xmlns:a="http://schemas.openxmlformats.org/drawingml/2006/main">
            <a:pPr>
              <a:defRPr sz="1725" b="0">
                <a:solidFill>
                  <a:srgbClr val="526177"/>
                </a:solidFill>
                <a:latin typeface="Liberation Sans"/>
                <a:ea typeface="Liberation Sans"/>
                <a:cs typeface="Liberation Sans"/>
              </a:defRPr>
            </a:pPr>
            <a:r>
              <a:rPr sz="1725" b="0">
                <a:solidFill>
                  <a:srgbClr val="526177"/>
                </a:solidFill>
                <a:latin typeface="Liberation Sans"/>
                <a:ea typeface="Liberation Sans"/>
                <a:cs typeface="Liberation Sans"/>
              </a:rPr>
              <a:t>A bounded implementation inspired by Chang et al. (2024)</a:t>
            </a:r>
          </a:p>
        </p:txBody>
      </p:sp>
      <p:sp>
        <p:nvSpPr>
          <p:cNvPr id="9" name="">
            <a:extLst xmlns:a="http://schemas.openxmlformats.org/drawingml/2006/main">
              <a:ext uri="{FF2B5EF4-FFF2-40B4-BE49-F238E27FC236}">
                <a16:creationId xmlns:a16="http://schemas.microsoft.com/office/drawing/2014/main" id="{E8B2FF0C-13F5-4E95-9983-3805E368C24F}"/>
              </a:ext>
            </a:extLst>
          </p:cNvPr>
          <p:cNvSpPr>
            <a:spLocks xmlns:a="http://schemas.openxmlformats.org/drawingml/2006/main" noGrp="1"/>
          </p:cNvSpPr>
          <p:nvPr/>
        </p:nvSpPr>
        <p:spPr>
          <a:xfrm xmlns:a="http://schemas.openxmlformats.org/drawingml/2006/main">
            <a:off x="666750" y="447675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75" b="1">
                <a:solidFill>
                  <a:srgbClr val="BC741D"/>
                </a:solidFill>
                <a:latin typeface="Liberation Sans"/>
                <a:ea typeface="Liberation Sans"/>
                <a:cs typeface="Liberation Sans"/>
              </a:defRPr>
            </a:defPPr>
            <a:lvl1pPr>
              <a:defRPr sz="1875" b="1">
                <a:solidFill>
                  <a:srgbClr val="BC741D"/>
                </a:solidFill>
                <a:latin typeface="Liberation Sans"/>
                <a:ea typeface="Liberation Sans"/>
                <a:cs typeface="Liberation Sans"/>
              </a:defRPr>
            </a:lvl1pPr>
            <a:lvl2pPr>
              <a:defRPr sz="1875" b="1">
                <a:solidFill>
                  <a:srgbClr val="BC741D"/>
                </a:solidFill>
                <a:latin typeface="Liberation Sans"/>
                <a:ea typeface="Liberation Sans"/>
                <a:cs typeface="Liberation Sans"/>
              </a:defRPr>
            </a:lvl2pPr>
            <a:lvl3pPr>
              <a:defRPr sz="1875" b="1">
                <a:solidFill>
                  <a:srgbClr val="BC741D"/>
                </a:solidFill>
                <a:latin typeface="Liberation Sans"/>
                <a:ea typeface="Liberation Sans"/>
                <a:cs typeface="Liberation Sans"/>
              </a:defRPr>
            </a:lvl3pPr>
            <a:lvl4pPr>
              <a:defRPr sz="1875" b="1">
                <a:solidFill>
                  <a:srgbClr val="BC741D"/>
                </a:solidFill>
                <a:latin typeface="Liberation Sans"/>
                <a:ea typeface="Liberation Sans"/>
                <a:cs typeface="Liberation Sans"/>
              </a:defRPr>
            </a:lvl4pPr>
            <a:lvl5pPr>
              <a:defRPr sz="1875" b="1">
                <a:solidFill>
                  <a:srgbClr val="BC741D"/>
                </a:solidFill>
                <a:latin typeface="Liberation Sans"/>
                <a:ea typeface="Liberation Sans"/>
                <a:cs typeface="Liberation Sans"/>
              </a:defRPr>
            </a:lvl5pPr>
            <a:lvl6pPr>
              <a:defRPr sz="1875" b="1">
                <a:solidFill>
                  <a:srgbClr val="BC741D"/>
                </a:solidFill>
                <a:latin typeface="Liberation Sans"/>
                <a:ea typeface="Liberation Sans"/>
                <a:cs typeface="Liberation Sans"/>
              </a:defRPr>
            </a:lvl6pPr>
            <a:lvl7pPr>
              <a:defRPr sz="1875" b="1">
                <a:solidFill>
                  <a:srgbClr val="BC741D"/>
                </a:solidFill>
                <a:latin typeface="Liberation Sans"/>
                <a:ea typeface="Liberation Sans"/>
                <a:cs typeface="Liberation Sans"/>
              </a:defRPr>
            </a:lvl7pPr>
            <a:lvl8pPr>
              <a:defRPr sz="1875" b="1">
                <a:solidFill>
                  <a:srgbClr val="BC741D"/>
                </a:solidFill>
                <a:latin typeface="Liberation Sans"/>
                <a:ea typeface="Liberation Sans"/>
                <a:cs typeface="Liberation Sans"/>
              </a:defRPr>
            </a:lvl8pPr>
            <a:lvl9pPr>
              <a:defRPr sz="1875" b="1">
                <a:solidFill>
                  <a:srgbClr val="BC741D"/>
                </a:solidFill>
                <a:latin typeface="Liberation Sans"/>
                <a:ea typeface="Liberation Sans"/>
                <a:cs typeface="Liberation Sans"/>
              </a:defRPr>
            </a:lvl9pPr>
          </a:lstStyle>
          <a:p xmlns:a="http://schemas.openxmlformats.org/drawingml/2006/main">
            <a:pPr>
              <a:defRPr sz="1875" b="1">
                <a:solidFill>
                  <a:srgbClr val="BC741D"/>
                </a:solidFill>
                <a:latin typeface="Liberation Sans"/>
                <a:ea typeface="Liberation Sans"/>
                <a:cs typeface="Liberation Sans"/>
              </a:defRPr>
            </a:pPr>
            <a:r>
              <a:rPr sz="1875" b="1">
                <a:solidFill>
                  <a:srgbClr val="BC741D"/>
                </a:solidFill>
                <a:latin typeface="Liberation Sans"/>
                <a:ea typeface="Liberation Sans"/>
                <a:cs typeface="Liberation Sans"/>
              </a:rPr>
              <a:t>No overall winner claim</a:t>
            </a:r>
          </a:p>
        </p:txBody>
      </p:sp>
    </p:spTree>
    <p:extLst>
      <p:ext uri="{BB962C8B-B14F-4D97-AF65-F5344CB8AC3E}">
        <p14:creationId xmlns:p14="http://schemas.microsoft.com/office/powerpoint/2010/main" val="6144716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FE5144-CAB6-4951-875F-C823271E7FD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96EEA6E1-D74B-4105-9293-3994E3F71BDC}"/>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1C88DFF3-02C1-44D7-9627-8FED154B0090}"/>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The research problem</a:t>
            </a:r>
          </a:p>
        </p:txBody>
      </p:sp>
      <p:sp>
        <p:nvSpPr>
          <p:cNvPr id="4" name="">
            <a:extLst xmlns:a="http://schemas.openxmlformats.org/drawingml/2006/main">
              <a:ext uri="{FF2B5EF4-FFF2-40B4-BE49-F238E27FC236}">
                <a16:creationId xmlns:a16="http://schemas.microsoft.com/office/drawing/2014/main" id="{0FF4B2B7-6063-4EDE-B7A0-0DC2A468628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BFE6FDF1-BE02-4542-8EB2-8990FE3FB4C9}"/>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DDBFD33C-C426-4EAC-AB6A-E437AADCACC7}"/>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02</a:t>
            </a:r>
          </a:p>
        </p:txBody>
      </p:sp>
      <p:sp>
        <p:nvSpPr>
          <p:cNvPr id="7" name="">
            <a:extLst xmlns:a="http://schemas.openxmlformats.org/drawingml/2006/main">
              <a:ext uri="{FF2B5EF4-FFF2-40B4-BE49-F238E27FC236}">
                <a16:creationId xmlns:a16="http://schemas.microsoft.com/office/drawing/2014/main" id="{38343C2B-D82C-4A51-89E1-C25B956493D8}"/>
              </a:ext>
            </a:extLst>
          </p:cNvPr>
          <p:cNvSpPr>
            <a:spLocks xmlns:a="http://schemas.openxmlformats.org/drawingml/2006/main" noGrp="1"/>
          </p:cNvSpPr>
          <p:nvPr/>
        </p:nvSpPr>
        <p:spPr>
          <a:xfrm xmlns:a="http://schemas.openxmlformats.org/drawingml/2006/main">
            <a:off x="666750" y="1666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100" b="1">
                <a:solidFill>
                  <a:srgbClr val="111A2E"/>
                </a:solidFill>
                <a:latin typeface="Liberation Sans"/>
                <a:ea typeface="Liberation Sans"/>
                <a:cs typeface="Liberation Sans"/>
              </a:defRPr>
            </a:defPPr>
            <a:lvl1pPr>
              <a:defRPr sz="2100" b="1">
                <a:solidFill>
                  <a:srgbClr val="111A2E"/>
                </a:solidFill>
                <a:latin typeface="Liberation Sans"/>
                <a:ea typeface="Liberation Sans"/>
                <a:cs typeface="Liberation Sans"/>
              </a:defRPr>
            </a:lvl1pPr>
            <a:lvl2pPr>
              <a:defRPr sz="2100" b="1">
                <a:solidFill>
                  <a:srgbClr val="111A2E"/>
                </a:solidFill>
                <a:latin typeface="Liberation Sans"/>
                <a:ea typeface="Liberation Sans"/>
                <a:cs typeface="Liberation Sans"/>
              </a:defRPr>
            </a:lvl2pPr>
            <a:lvl3pPr>
              <a:defRPr sz="2100" b="1">
                <a:solidFill>
                  <a:srgbClr val="111A2E"/>
                </a:solidFill>
                <a:latin typeface="Liberation Sans"/>
                <a:ea typeface="Liberation Sans"/>
                <a:cs typeface="Liberation Sans"/>
              </a:defRPr>
            </a:lvl3pPr>
            <a:lvl4pPr>
              <a:defRPr sz="2100" b="1">
                <a:solidFill>
                  <a:srgbClr val="111A2E"/>
                </a:solidFill>
                <a:latin typeface="Liberation Sans"/>
                <a:ea typeface="Liberation Sans"/>
                <a:cs typeface="Liberation Sans"/>
              </a:defRPr>
            </a:lvl4pPr>
            <a:lvl5pPr>
              <a:defRPr sz="2100" b="1">
                <a:solidFill>
                  <a:srgbClr val="111A2E"/>
                </a:solidFill>
                <a:latin typeface="Liberation Sans"/>
                <a:ea typeface="Liberation Sans"/>
                <a:cs typeface="Liberation Sans"/>
              </a:defRPr>
            </a:lvl5pPr>
            <a:lvl6pPr>
              <a:defRPr sz="2100" b="1">
                <a:solidFill>
                  <a:srgbClr val="111A2E"/>
                </a:solidFill>
                <a:latin typeface="Liberation Sans"/>
                <a:ea typeface="Liberation Sans"/>
                <a:cs typeface="Liberation Sans"/>
              </a:defRPr>
            </a:lvl6pPr>
            <a:lvl7pPr>
              <a:defRPr sz="2100" b="1">
                <a:solidFill>
                  <a:srgbClr val="111A2E"/>
                </a:solidFill>
                <a:latin typeface="Liberation Sans"/>
                <a:ea typeface="Liberation Sans"/>
                <a:cs typeface="Liberation Sans"/>
              </a:defRPr>
            </a:lvl7pPr>
            <a:lvl8pPr>
              <a:defRPr sz="2100" b="1">
                <a:solidFill>
                  <a:srgbClr val="111A2E"/>
                </a:solidFill>
                <a:latin typeface="Liberation Sans"/>
                <a:ea typeface="Liberation Sans"/>
                <a:cs typeface="Liberation Sans"/>
              </a:defRPr>
            </a:lvl8pPr>
            <a:lvl9pPr>
              <a:defRPr sz="2100" b="1">
                <a:solidFill>
                  <a:srgbClr val="111A2E"/>
                </a:solidFill>
                <a:latin typeface="Liberation Sans"/>
                <a:ea typeface="Liberation Sans"/>
                <a:cs typeface="Liberation Sans"/>
              </a:defRPr>
            </a:lvl9pPr>
          </a:lstStyle>
          <a:p xmlns:a="http://schemas.openxmlformats.org/drawingml/2006/main">
            <a:pPr>
              <a:defRPr sz="2100" b="1">
                <a:solidFill>
                  <a:srgbClr val="111A2E"/>
                </a:solidFill>
                <a:latin typeface="Liberation Sans"/>
                <a:ea typeface="Liberation Sans"/>
                <a:cs typeface="Liberation Sans"/>
              </a:defRPr>
            </a:pPr>
            <a:r>
              <a:rPr sz="2100" b="1">
                <a:solidFill>
                  <a:srgbClr val="111A2E"/>
                </a:solidFill>
                <a:latin typeface="Liberation Sans"/>
                <a:ea typeface="Liberation Sans"/>
                <a:cs typeface="Liberation Sans"/>
              </a:rPr>
              <a:t>A fluent response alone does not show whether a comparison is fair.</a:t>
            </a:r>
          </a:p>
        </p:txBody>
      </p:sp>
      <p:sp>
        <p:nvSpPr>
          <p:cNvPr id="8" name="">
            <a:extLst xmlns:a="http://schemas.openxmlformats.org/drawingml/2006/main">
              <a:ext uri="{FF2B5EF4-FFF2-40B4-BE49-F238E27FC236}">
                <a16:creationId xmlns:a16="http://schemas.microsoft.com/office/drawing/2014/main" id="{17047587-99AE-4CD9-8A48-6D0744A8B06B}"/>
              </a:ext>
            </a:extLst>
          </p:cNvPr>
          <p:cNvSpPr>
            <a:spLocks xmlns:a="http://schemas.openxmlformats.org/drawingml/2006/main" noGrp="1"/>
          </p:cNvSpPr>
          <p:nvPr/>
        </p:nvSpPr>
        <p:spPr>
          <a:xfrm xmlns:a="http://schemas.openxmlformats.org/drawingml/2006/main">
            <a:off x="666750" y="25241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0">
                <a:solidFill>
                  <a:srgbClr val="152238"/>
                </a:solidFill>
                <a:latin typeface="Liberation Sans"/>
                <a:ea typeface="Liberation Sans"/>
                <a:cs typeface="Liberation Sans"/>
              </a:defRPr>
            </a:defPPr>
            <a:lvl1pPr>
              <a:defRPr sz="1800" b="0">
                <a:solidFill>
                  <a:srgbClr val="152238"/>
                </a:solidFill>
                <a:latin typeface="Liberation Sans"/>
                <a:ea typeface="Liberation Sans"/>
                <a:cs typeface="Liberation Sans"/>
              </a:defRPr>
            </a:lvl1pPr>
            <a:lvl2pPr>
              <a:defRPr sz="1800" b="0">
                <a:solidFill>
                  <a:srgbClr val="152238"/>
                </a:solidFill>
                <a:latin typeface="Liberation Sans"/>
                <a:ea typeface="Liberation Sans"/>
                <a:cs typeface="Liberation Sans"/>
              </a:defRPr>
            </a:lvl2pPr>
            <a:lvl3pPr>
              <a:defRPr sz="1800" b="0">
                <a:solidFill>
                  <a:srgbClr val="152238"/>
                </a:solidFill>
                <a:latin typeface="Liberation Sans"/>
                <a:ea typeface="Liberation Sans"/>
                <a:cs typeface="Liberation Sans"/>
              </a:defRPr>
            </a:lvl3pPr>
            <a:lvl4pPr>
              <a:defRPr sz="1800" b="0">
                <a:solidFill>
                  <a:srgbClr val="152238"/>
                </a:solidFill>
                <a:latin typeface="Liberation Sans"/>
                <a:ea typeface="Liberation Sans"/>
                <a:cs typeface="Liberation Sans"/>
              </a:defRPr>
            </a:lvl4pPr>
            <a:lvl5pPr>
              <a:defRPr sz="1800" b="0">
                <a:solidFill>
                  <a:srgbClr val="152238"/>
                </a:solidFill>
                <a:latin typeface="Liberation Sans"/>
                <a:ea typeface="Liberation Sans"/>
                <a:cs typeface="Liberation Sans"/>
              </a:defRPr>
            </a:lvl5pPr>
            <a:lvl6pPr>
              <a:defRPr sz="1800" b="0">
                <a:solidFill>
                  <a:srgbClr val="152238"/>
                </a:solidFill>
                <a:latin typeface="Liberation Sans"/>
                <a:ea typeface="Liberation Sans"/>
                <a:cs typeface="Liberation Sans"/>
              </a:defRPr>
            </a:lvl6pPr>
            <a:lvl7pPr>
              <a:defRPr sz="1800" b="0">
                <a:solidFill>
                  <a:srgbClr val="152238"/>
                </a:solidFill>
                <a:latin typeface="Liberation Sans"/>
                <a:ea typeface="Liberation Sans"/>
                <a:cs typeface="Liberation Sans"/>
              </a:defRPr>
            </a:lvl7pPr>
            <a:lvl8pPr>
              <a:defRPr sz="1800" b="0">
                <a:solidFill>
                  <a:srgbClr val="152238"/>
                </a:solidFill>
                <a:latin typeface="Liberation Sans"/>
                <a:ea typeface="Liberation Sans"/>
                <a:cs typeface="Liberation Sans"/>
              </a:defRPr>
            </a:lvl8pPr>
            <a:lvl9pPr>
              <a:defRPr sz="1800" b="0">
                <a:solidFill>
                  <a:srgbClr val="152238"/>
                </a:solidFill>
                <a:latin typeface="Liberation Sans"/>
                <a:ea typeface="Liberation Sans"/>
                <a:cs typeface="Liberation Sans"/>
              </a:defRPr>
            </a:lvl9pPr>
          </a:lstStyle>
          <a:p xmlns:a="http://schemas.openxmlformats.org/drawingml/2006/main">
            <a:pPr>
              <a:defRPr sz="1800" b="0">
                <a:solidFill>
                  <a:srgbClr val="152238"/>
                </a:solidFill>
                <a:latin typeface="Liberation Sans"/>
                <a:ea typeface="Liberation Sans"/>
                <a:cs typeface="Liberation Sans"/>
              </a:defRPr>
            </a:pPr>
            <a:r>
              <a:rPr sz="1800" b="0">
                <a:solidFill>
                  <a:srgbClr val="152238"/>
                </a:solidFill>
                <a:latin typeface="Liberation Sans"/>
                <a:ea typeface="Liberation Sans"/>
                <a:cs typeface="Liberation Sans"/>
              </a:rPr>
              <a:t>•  Prompts, provider routes and timing can change the result.</a:t>
            </a:r>
          </a:p>
        </p:txBody>
      </p:sp>
      <p:sp>
        <p:nvSpPr>
          <p:cNvPr id="9" name="">
            <a:extLst xmlns:a="http://schemas.openxmlformats.org/drawingml/2006/main">
              <a:ext uri="{FF2B5EF4-FFF2-40B4-BE49-F238E27FC236}">
                <a16:creationId xmlns:a16="http://schemas.microsoft.com/office/drawing/2014/main" id="{5ACD2CD6-7AFE-4387-BA2B-63E2F5CDEFBE}"/>
              </a:ext>
            </a:extLst>
          </p:cNvPr>
          <p:cNvSpPr>
            <a:spLocks xmlns:a="http://schemas.openxmlformats.org/drawingml/2006/main" noGrp="1"/>
          </p:cNvSpPr>
          <p:nvPr/>
        </p:nvSpPr>
        <p:spPr>
          <a:xfrm xmlns:a="http://schemas.openxmlformats.org/drawingml/2006/main">
            <a:off x="666750" y="32385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0">
                <a:solidFill>
                  <a:srgbClr val="152238"/>
                </a:solidFill>
                <a:latin typeface="Liberation Sans"/>
                <a:ea typeface="Liberation Sans"/>
                <a:cs typeface="Liberation Sans"/>
              </a:defRPr>
            </a:defPPr>
            <a:lvl1pPr>
              <a:defRPr sz="1800" b="0">
                <a:solidFill>
                  <a:srgbClr val="152238"/>
                </a:solidFill>
                <a:latin typeface="Liberation Sans"/>
                <a:ea typeface="Liberation Sans"/>
                <a:cs typeface="Liberation Sans"/>
              </a:defRPr>
            </a:lvl1pPr>
            <a:lvl2pPr>
              <a:defRPr sz="1800" b="0">
                <a:solidFill>
                  <a:srgbClr val="152238"/>
                </a:solidFill>
                <a:latin typeface="Liberation Sans"/>
                <a:ea typeface="Liberation Sans"/>
                <a:cs typeface="Liberation Sans"/>
              </a:defRPr>
            </a:lvl2pPr>
            <a:lvl3pPr>
              <a:defRPr sz="1800" b="0">
                <a:solidFill>
                  <a:srgbClr val="152238"/>
                </a:solidFill>
                <a:latin typeface="Liberation Sans"/>
                <a:ea typeface="Liberation Sans"/>
                <a:cs typeface="Liberation Sans"/>
              </a:defRPr>
            </a:lvl3pPr>
            <a:lvl4pPr>
              <a:defRPr sz="1800" b="0">
                <a:solidFill>
                  <a:srgbClr val="152238"/>
                </a:solidFill>
                <a:latin typeface="Liberation Sans"/>
                <a:ea typeface="Liberation Sans"/>
                <a:cs typeface="Liberation Sans"/>
              </a:defRPr>
            </a:lvl4pPr>
            <a:lvl5pPr>
              <a:defRPr sz="1800" b="0">
                <a:solidFill>
                  <a:srgbClr val="152238"/>
                </a:solidFill>
                <a:latin typeface="Liberation Sans"/>
                <a:ea typeface="Liberation Sans"/>
                <a:cs typeface="Liberation Sans"/>
              </a:defRPr>
            </a:lvl5pPr>
            <a:lvl6pPr>
              <a:defRPr sz="1800" b="0">
                <a:solidFill>
                  <a:srgbClr val="152238"/>
                </a:solidFill>
                <a:latin typeface="Liberation Sans"/>
                <a:ea typeface="Liberation Sans"/>
                <a:cs typeface="Liberation Sans"/>
              </a:defRPr>
            </a:lvl6pPr>
            <a:lvl7pPr>
              <a:defRPr sz="1800" b="0">
                <a:solidFill>
                  <a:srgbClr val="152238"/>
                </a:solidFill>
                <a:latin typeface="Liberation Sans"/>
                <a:ea typeface="Liberation Sans"/>
                <a:cs typeface="Liberation Sans"/>
              </a:defRPr>
            </a:lvl7pPr>
            <a:lvl8pPr>
              <a:defRPr sz="1800" b="0">
                <a:solidFill>
                  <a:srgbClr val="152238"/>
                </a:solidFill>
                <a:latin typeface="Liberation Sans"/>
                <a:ea typeface="Liberation Sans"/>
                <a:cs typeface="Liberation Sans"/>
              </a:defRPr>
            </a:lvl8pPr>
            <a:lvl9pPr>
              <a:defRPr sz="1800" b="0">
                <a:solidFill>
                  <a:srgbClr val="152238"/>
                </a:solidFill>
                <a:latin typeface="Liberation Sans"/>
                <a:ea typeface="Liberation Sans"/>
                <a:cs typeface="Liberation Sans"/>
              </a:defRPr>
            </a:lvl9pPr>
          </a:lstStyle>
          <a:p xmlns:a="http://schemas.openxmlformats.org/drawingml/2006/main">
            <a:pPr>
              <a:defRPr sz="1800" b="0">
                <a:solidFill>
                  <a:srgbClr val="152238"/>
                </a:solidFill>
                <a:latin typeface="Liberation Sans"/>
                <a:ea typeface="Liberation Sans"/>
                <a:cs typeface="Liberation Sans"/>
              </a:defRPr>
            </a:pPr>
            <a:r>
              <a:rPr sz="1800" b="0">
                <a:solidFill>
                  <a:srgbClr val="152238"/>
                </a:solidFill>
                <a:latin typeface="Liberation Sans"/>
                <a:ea typeface="Liberation Sans"/>
                <a:cs typeface="Liberation Sans"/>
              </a:rPr>
              <a:t>•  Missing answers and scorer limitations change the denominator.</a:t>
            </a:r>
          </a:p>
        </p:txBody>
      </p:sp>
      <p:sp>
        <p:nvSpPr>
          <p:cNvPr id="10" name="">
            <a:extLst xmlns:a="http://schemas.openxmlformats.org/drawingml/2006/main">
              <a:ext uri="{FF2B5EF4-FFF2-40B4-BE49-F238E27FC236}">
                <a16:creationId xmlns:a16="http://schemas.microsoft.com/office/drawing/2014/main" id="{2238729E-B64C-4AB1-930D-D0932D495503}"/>
              </a:ext>
            </a:extLst>
          </p:cNvPr>
          <p:cNvSpPr>
            <a:spLocks xmlns:a="http://schemas.openxmlformats.org/drawingml/2006/main" noGrp="1"/>
          </p:cNvSpPr>
          <p:nvPr/>
        </p:nvSpPr>
        <p:spPr>
          <a:xfrm xmlns:a="http://schemas.openxmlformats.org/drawingml/2006/main">
            <a:off x="666750" y="3952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0">
                <a:solidFill>
                  <a:srgbClr val="152238"/>
                </a:solidFill>
                <a:latin typeface="Liberation Sans"/>
                <a:ea typeface="Liberation Sans"/>
                <a:cs typeface="Liberation Sans"/>
              </a:defRPr>
            </a:defPPr>
            <a:lvl1pPr>
              <a:defRPr sz="1800" b="0">
                <a:solidFill>
                  <a:srgbClr val="152238"/>
                </a:solidFill>
                <a:latin typeface="Liberation Sans"/>
                <a:ea typeface="Liberation Sans"/>
                <a:cs typeface="Liberation Sans"/>
              </a:defRPr>
            </a:lvl1pPr>
            <a:lvl2pPr>
              <a:defRPr sz="1800" b="0">
                <a:solidFill>
                  <a:srgbClr val="152238"/>
                </a:solidFill>
                <a:latin typeface="Liberation Sans"/>
                <a:ea typeface="Liberation Sans"/>
                <a:cs typeface="Liberation Sans"/>
              </a:defRPr>
            </a:lvl2pPr>
            <a:lvl3pPr>
              <a:defRPr sz="1800" b="0">
                <a:solidFill>
                  <a:srgbClr val="152238"/>
                </a:solidFill>
                <a:latin typeface="Liberation Sans"/>
                <a:ea typeface="Liberation Sans"/>
                <a:cs typeface="Liberation Sans"/>
              </a:defRPr>
            </a:lvl3pPr>
            <a:lvl4pPr>
              <a:defRPr sz="1800" b="0">
                <a:solidFill>
                  <a:srgbClr val="152238"/>
                </a:solidFill>
                <a:latin typeface="Liberation Sans"/>
                <a:ea typeface="Liberation Sans"/>
                <a:cs typeface="Liberation Sans"/>
              </a:defRPr>
            </a:lvl4pPr>
            <a:lvl5pPr>
              <a:defRPr sz="1800" b="0">
                <a:solidFill>
                  <a:srgbClr val="152238"/>
                </a:solidFill>
                <a:latin typeface="Liberation Sans"/>
                <a:ea typeface="Liberation Sans"/>
                <a:cs typeface="Liberation Sans"/>
              </a:defRPr>
            </a:lvl5pPr>
            <a:lvl6pPr>
              <a:defRPr sz="1800" b="0">
                <a:solidFill>
                  <a:srgbClr val="152238"/>
                </a:solidFill>
                <a:latin typeface="Liberation Sans"/>
                <a:ea typeface="Liberation Sans"/>
                <a:cs typeface="Liberation Sans"/>
              </a:defRPr>
            </a:lvl6pPr>
            <a:lvl7pPr>
              <a:defRPr sz="1800" b="0">
                <a:solidFill>
                  <a:srgbClr val="152238"/>
                </a:solidFill>
                <a:latin typeface="Liberation Sans"/>
                <a:ea typeface="Liberation Sans"/>
                <a:cs typeface="Liberation Sans"/>
              </a:defRPr>
            </a:lvl7pPr>
            <a:lvl8pPr>
              <a:defRPr sz="1800" b="0">
                <a:solidFill>
                  <a:srgbClr val="152238"/>
                </a:solidFill>
                <a:latin typeface="Liberation Sans"/>
                <a:ea typeface="Liberation Sans"/>
                <a:cs typeface="Liberation Sans"/>
              </a:defRPr>
            </a:lvl8pPr>
            <a:lvl9pPr>
              <a:defRPr sz="1800" b="0">
                <a:solidFill>
                  <a:srgbClr val="152238"/>
                </a:solidFill>
                <a:latin typeface="Liberation Sans"/>
                <a:ea typeface="Liberation Sans"/>
                <a:cs typeface="Liberation Sans"/>
              </a:defRPr>
            </a:lvl9pPr>
          </a:lstStyle>
          <a:p xmlns:a="http://schemas.openxmlformats.org/drawingml/2006/main">
            <a:pPr>
              <a:defRPr sz="1800" b="0">
                <a:solidFill>
                  <a:srgbClr val="152238"/>
                </a:solidFill>
                <a:latin typeface="Liberation Sans"/>
                <a:ea typeface="Liberation Sans"/>
                <a:cs typeface="Liberation Sans"/>
              </a:defRPr>
            </a:pPr>
            <a:r>
              <a:rPr sz="1800" b="0">
                <a:solidFill>
                  <a:srgbClr val="152238"/>
                </a:solidFill>
                <a:latin typeface="Liberation Sans"/>
                <a:ea typeface="Liberation Sans"/>
                <a:cs typeface="Liberation Sans"/>
              </a:rPr>
              <a:t>•  A small convenience sample cannot support a population ranking.</a:t>
            </a:r>
          </a:p>
        </p:txBody>
      </p:sp>
      <p:sp>
        <p:nvSpPr>
          <p:cNvPr id="11" name="">
            <a:extLst xmlns:a="http://schemas.openxmlformats.org/drawingml/2006/main">
              <a:ext uri="{FF2B5EF4-FFF2-40B4-BE49-F238E27FC236}">
                <a16:creationId xmlns:a16="http://schemas.microsoft.com/office/drawing/2014/main" id="{E71ADD64-2DF5-43D1-922B-1CFFDF993D7C}"/>
              </a:ext>
            </a:extLst>
          </p:cNvPr>
          <p:cNvSpPr>
            <a:spLocks xmlns:a="http://schemas.openxmlformats.org/drawingml/2006/main" noGrp="1"/>
          </p:cNvSpPr>
          <p:nvPr/>
        </p:nvSpPr>
        <p:spPr>
          <a:xfrm xmlns:a="http://schemas.openxmlformats.org/drawingml/2006/main">
            <a:off x="666750" y="5000625"/>
            <a:ext cx="10668000" cy="685800"/>
          </a:xfrm>
          <a:prstGeom xmlns:a="http://schemas.openxmlformats.org/drawingml/2006/main" prst="rect">
            <a:avLst/>
          </a:prstGeom>
          <a:solidFill xmlns:a="http://schemas.openxmlformats.org/drawingml/2006/main">
            <a:srgbClr val="FFF7E6"/>
          </a:solidFill>
          <a:ln xmlns:a="http://schemas.openxmlformats.org/drawingml/2006/main" w="9525">
            <a:solidFill>
              <a:srgbClr val="FFF7E6"/>
            </a:solidFill>
            <a:prstDash val="solid"/>
          </a:ln>
        </p:spPr>
      </p:sp>
      <p:sp>
        <p:nvSpPr>
          <p:cNvPr id="12" name="">
            <a:extLst xmlns:a="http://schemas.openxmlformats.org/drawingml/2006/main">
              <a:ext uri="{FF2B5EF4-FFF2-40B4-BE49-F238E27FC236}">
                <a16:creationId xmlns:a16="http://schemas.microsoft.com/office/drawing/2014/main" id="{7B785F1F-A2D8-4C42-A0C3-D00C83806210}"/>
              </a:ext>
            </a:extLst>
          </p:cNvPr>
          <p:cNvSpPr>
            <a:spLocks xmlns:a="http://schemas.openxmlformats.org/drawingml/2006/main" noGrp="1"/>
          </p:cNvSpPr>
          <p:nvPr/>
        </p:nvSpPr>
        <p:spPr>
          <a:xfrm xmlns:a="http://schemas.openxmlformats.org/drawingml/2006/main">
            <a:off x="857250" y="5067300"/>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1">
                <a:solidFill>
                  <a:srgbClr val="152238"/>
                </a:solidFill>
                <a:latin typeface="Liberation Sans"/>
                <a:ea typeface="Liberation Sans"/>
                <a:cs typeface="Liberation Sans"/>
              </a:defRPr>
            </a:defPPr>
            <a:lvl1pPr>
              <a:defRPr sz="1800" b="1">
                <a:solidFill>
                  <a:srgbClr val="152238"/>
                </a:solidFill>
                <a:latin typeface="Liberation Sans"/>
                <a:ea typeface="Liberation Sans"/>
                <a:cs typeface="Liberation Sans"/>
              </a:defRPr>
            </a:lvl1pPr>
            <a:lvl2pPr>
              <a:defRPr sz="1800" b="1">
                <a:solidFill>
                  <a:srgbClr val="152238"/>
                </a:solidFill>
                <a:latin typeface="Liberation Sans"/>
                <a:ea typeface="Liberation Sans"/>
                <a:cs typeface="Liberation Sans"/>
              </a:defRPr>
            </a:lvl2pPr>
            <a:lvl3pPr>
              <a:defRPr sz="1800" b="1">
                <a:solidFill>
                  <a:srgbClr val="152238"/>
                </a:solidFill>
                <a:latin typeface="Liberation Sans"/>
                <a:ea typeface="Liberation Sans"/>
                <a:cs typeface="Liberation Sans"/>
              </a:defRPr>
            </a:lvl3pPr>
            <a:lvl4pPr>
              <a:defRPr sz="1800" b="1">
                <a:solidFill>
                  <a:srgbClr val="152238"/>
                </a:solidFill>
                <a:latin typeface="Liberation Sans"/>
                <a:ea typeface="Liberation Sans"/>
                <a:cs typeface="Liberation Sans"/>
              </a:defRPr>
            </a:lvl4pPr>
            <a:lvl5pPr>
              <a:defRPr sz="1800" b="1">
                <a:solidFill>
                  <a:srgbClr val="152238"/>
                </a:solidFill>
                <a:latin typeface="Liberation Sans"/>
                <a:ea typeface="Liberation Sans"/>
                <a:cs typeface="Liberation Sans"/>
              </a:defRPr>
            </a:lvl5pPr>
            <a:lvl6pPr>
              <a:defRPr sz="1800" b="1">
                <a:solidFill>
                  <a:srgbClr val="152238"/>
                </a:solidFill>
                <a:latin typeface="Liberation Sans"/>
                <a:ea typeface="Liberation Sans"/>
                <a:cs typeface="Liberation Sans"/>
              </a:defRPr>
            </a:lvl6pPr>
            <a:lvl7pPr>
              <a:defRPr sz="1800" b="1">
                <a:solidFill>
                  <a:srgbClr val="152238"/>
                </a:solidFill>
                <a:latin typeface="Liberation Sans"/>
                <a:ea typeface="Liberation Sans"/>
                <a:cs typeface="Liberation Sans"/>
              </a:defRPr>
            </a:lvl7pPr>
            <a:lvl8pPr>
              <a:defRPr sz="1800" b="1">
                <a:solidFill>
                  <a:srgbClr val="152238"/>
                </a:solidFill>
                <a:latin typeface="Liberation Sans"/>
                <a:ea typeface="Liberation Sans"/>
                <a:cs typeface="Liberation Sans"/>
              </a:defRPr>
            </a:lvl8pPr>
            <a:lvl9pPr>
              <a:defRPr sz="1800" b="1">
                <a:solidFill>
                  <a:srgbClr val="152238"/>
                </a:solidFill>
                <a:latin typeface="Liberation Sans"/>
                <a:ea typeface="Liberation Sans"/>
                <a:cs typeface="Liberation Sans"/>
              </a:defRPr>
            </a:lvl9pPr>
          </a:lstStyle>
          <a:p xmlns:a="http://schemas.openxmlformats.org/drawingml/2006/main">
            <a:pPr>
              <a:defRPr sz="1800" b="1">
                <a:solidFill>
                  <a:srgbClr val="152238"/>
                </a:solidFill>
                <a:latin typeface="Liberation Sans"/>
                <a:ea typeface="Liberation Sans"/>
                <a:cs typeface="Liberation Sans"/>
              </a:defRPr>
            </a:pPr>
            <a:r>
              <a:rPr sz="1800" b="1">
                <a:solidFill>
                  <a:srgbClr val="152238"/>
                </a:solidFill>
                <a:latin typeface="Liberation Sans"/>
                <a:ea typeface="Liberation Sans"/>
                <a:cs typeface="Liberation Sans"/>
              </a:rPr>
              <a:t>Research question  How can a small two-route comparison be reproducible and interpretable?</a:t>
            </a:r>
          </a:p>
        </p:txBody>
      </p:sp>
    </p:spTree>
    <p:extLst>
      <p:ext uri="{BB962C8B-B14F-4D97-AF65-F5344CB8AC3E}">
        <p14:creationId xmlns:p14="http://schemas.microsoft.com/office/powerpoint/2010/main" val="12293983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3EAD76-97EE-4EE6-AA32-1C144D49E5D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57E441DF-4B79-4EB4-9527-F6BABA83C1B0}"/>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PRIMARY SURVEY FRAMEWORK</a:t>
            </a:r>
          </a:p>
        </p:txBody>
      </p:sp>
      <p:sp>
        <p:nvSpPr>
          <p:cNvPr id="3" name="">
            <a:extLst xmlns:a="http://schemas.openxmlformats.org/drawingml/2006/main">
              <a:ext uri="{FF2B5EF4-FFF2-40B4-BE49-F238E27FC236}">
                <a16:creationId xmlns:a16="http://schemas.microsoft.com/office/drawing/2014/main" id="{EB132355-2F3E-4FD2-BFC9-7463B0ED775B}"/>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WHAT, WHERE and HOW</a:t>
            </a:r>
          </a:p>
        </p:txBody>
      </p:sp>
      <p:sp>
        <p:nvSpPr>
          <p:cNvPr id="4" name="">
            <a:extLst xmlns:a="http://schemas.openxmlformats.org/drawingml/2006/main">
              <a:ext uri="{FF2B5EF4-FFF2-40B4-BE49-F238E27FC236}">
                <a16:creationId xmlns:a16="http://schemas.microsoft.com/office/drawing/2014/main" id="{A86B05B6-6F40-433E-8B4B-3A7E632DE90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227C5E1F-C42E-4E02-B410-14F71A90389B}"/>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FE612C4D-375B-4B4B-92A2-24ACDF8BEA62}"/>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03</a:t>
            </a:r>
          </a:p>
        </p:txBody>
      </p:sp>
      <p:sp>
        <p:nvSpPr>
          <p:cNvPr id="7" name="">
            <a:extLst xmlns:a="http://schemas.openxmlformats.org/drawingml/2006/main">
              <a:ext uri="{FF2B5EF4-FFF2-40B4-BE49-F238E27FC236}">
                <a16:creationId xmlns:a16="http://schemas.microsoft.com/office/drawing/2014/main" id="{37EE1636-CA92-4A32-996B-1025F85F0FF1}"/>
              </a:ext>
            </a:extLst>
          </p:cNvPr>
          <p:cNvSpPr>
            <a:spLocks xmlns:a="http://schemas.openxmlformats.org/drawingml/2006/main" noGrp="1"/>
          </p:cNvSpPr>
          <p:nvPr/>
        </p:nvSpPr>
        <p:spPr>
          <a:xfrm xmlns:a="http://schemas.openxmlformats.org/drawingml/2006/main">
            <a:off x="809625" y="2038350"/>
            <a:ext cx="3048000" cy="22860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8" name="">
            <a:extLst xmlns:a="http://schemas.openxmlformats.org/drawingml/2006/main">
              <a:ext uri="{FF2B5EF4-FFF2-40B4-BE49-F238E27FC236}">
                <a16:creationId xmlns:a16="http://schemas.microsoft.com/office/drawing/2014/main" id="{C5F167AF-F0CA-4D3F-A2B6-F6C5D7CBDD7E}"/>
              </a:ext>
            </a:extLst>
          </p:cNvPr>
          <p:cNvSpPr>
            <a:spLocks xmlns:a="http://schemas.openxmlformats.org/drawingml/2006/main" noGrp="1"/>
          </p:cNvSpPr>
          <p:nvPr/>
        </p:nvSpPr>
        <p:spPr>
          <a:xfrm xmlns:a="http://schemas.openxmlformats.org/drawingml/2006/main">
            <a:off x="1000125" y="2238375"/>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325" b="1">
                <a:solidFill>
                  <a:srgbClr val="BC741D"/>
                </a:solidFill>
                <a:latin typeface="Liberation Sans"/>
                <a:ea typeface="Liberation Sans"/>
                <a:cs typeface="Liberation Sans"/>
              </a:defRPr>
            </a:defPPr>
            <a:lvl1pPr>
              <a:defRPr sz="2325" b="1">
                <a:solidFill>
                  <a:srgbClr val="BC741D"/>
                </a:solidFill>
                <a:latin typeface="Liberation Sans"/>
                <a:ea typeface="Liberation Sans"/>
                <a:cs typeface="Liberation Sans"/>
              </a:defRPr>
            </a:lvl1pPr>
            <a:lvl2pPr>
              <a:defRPr sz="2325" b="1">
                <a:solidFill>
                  <a:srgbClr val="BC741D"/>
                </a:solidFill>
                <a:latin typeface="Liberation Sans"/>
                <a:ea typeface="Liberation Sans"/>
                <a:cs typeface="Liberation Sans"/>
              </a:defRPr>
            </a:lvl2pPr>
            <a:lvl3pPr>
              <a:defRPr sz="2325" b="1">
                <a:solidFill>
                  <a:srgbClr val="BC741D"/>
                </a:solidFill>
                <a:latin typeface="Liberation Sans"/>
                <a:ea typeface="Liberation Sans"/>
                <a:cs typeface="Liberation Sans"/>
              </a:defRPr>
            </a:lvl3pPr>
            <a:lvl4pPr>
              <a:defRPr sz="2325" b="1">
                <a:solidFill>
                  <a:srgbClr val="BC741D"/>
                </a:solidFill>
                <a:latin typeface="Liberation Sans"/>
                <a:ea typeface="Liberation Sans"/>
                <a:cs typeface="Liberation Sans"/>
              </a:defRPr>
            </a:lvl4pPr>
            <a:lvl5pPr>
              <a:defRPr sz="2325" b="1">
                <a:solidFill>
                  <a:srgbClr val="BC741D"/>
                </a:solidFill>
                <a:latin typeface="Liberation Sans"/>
                <a:ea typeface="Liberation Sans"/>
                <a:cs typeface="Liberation Sans"/>
              </a:defRPr>
            </a:lvl5pPr>
            <a:lvl6pPr>
              <a:defRPr sz="2325" b="1">
                <a:solidFill>
                  <a:srgbClr val="BC741D"/>
                </a:solidFill>
                <a:latin typeface="Liberation Sans"/>
                <a:ea typeface="Liberation Sans"/>
                <a:cs typeface="Liberation Sans"/>
              </a:defRPr>
            </a:lvl6pPr>
            <a:lvl7pPr>
              <a:defRPr sz="2325" b="1">
                <a:solidFill>
                  <a:srgbClr val="BC741D"/>
                </a:solidFill>
                <a:latin typeface="Liberation Sans"/>
                <a:ea typeface="Liberation Sans"/>
                <a:cs typeface="Liberation Sans"/>
              </a:defRPr>
            </a:lvl7pPr>
            <a:lvl8pPr>
              <a:defRPr sz="2325" b="1">
                <a:solidFill>
                  <a:srgbClr val="BC741D"/>
                </a:solidFill>
                <a:latin typeface="Liberation Sans"/>
                <a:ea typeface="Liberation Sans"/>
                <a:cs typeface="Liberation Sans"/>
              </a:defRPr>
            </a:lvl8pPr>
            <a:lvl9pPr>
              <a:defRPr sz="2325" b="1">
                <a:solidFill>
                  <a:srgbClr val="BC741D"/>
                </a:solidFill>
                <a:latin typeface="Liberation Sans"/>
                <a:ea typeface="Liberation Sans"/>
                <a:cs typeface="Liberation Sans"/>
              </a:defRPr>
            </a:lvl9pPr>
          </a:lstStyle>
          <a:p xmlns:a="http://schemas.openxmlformats.org/drawingml/2006/main">
            <a:pPr>
              <a:defRPr sz="2325" b="1">
                <a:solidFill>
                  <a:srgbClr val="BC741D"/>
                </a:solidFill>
                <a:latin typeface="Liberation Sans"/>
                <a:ea typeface="Liberation Sans"/>
                <a:cs typeface="Liberation Sans"/>
              </a:defRPr>
            </a:pPr>
            <a:r>
              <a:rPr sz="2325" b="1">
                <a:solidFill>
                  <a:srgbClr val="BC741D"/>
                </a:solidFill>
                <a:latin typeface="Liberation Sans"/>
                <a:ea typeface="Liberation Sans"/>
                <a:cs typeface="Liberation Sans"/>
              </a:rPr>
              <a:t>WHAT</a:t>
            </a:r>
          </a:p>
        </p:txBody>
      </p:sp>
      <p:sp>
        <p:nvSpPr>
          <p:cNvPr id="9" name="">
            <a:extLst xmlns:a="http://schemas.openxmlformats.org/drawingml/2006/main">
              <a:ext uri="{FF2B5EF4-FFF2-40B4-BE49-F238E27FC236}">
                <a16:creationId xmlns:a16="http://schemas.microsoft.com/office/drawing/2014/main" id="{EC24CAD0-48C6-4FB7-8CFF-49B3E33E900F}"/>
              </a:ext>
            </a:extLst>
          </p:cNvPr>
          <p:cNvSpPr>
            <a:spLocks xmlns:a="http://schemas.openxmlformats.org/drawingml/2006/main" noGrp="1"/>
          </p:cNvSpPr>
          <p:nvPr/>
        </p:nvSpPr>
        <p:spPr>
          <a:xfrm xmlns:a="http://schemas.openxmlformats.org/drawingml/2006/main">
            <a:off x="1000125" y="290512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1">
                <a:solidFill>
                  <a:srgbClr val="111A2E"/>
                </a:solidFill>
                <a:latin typeface="Liberation Sans"/>
                <a:ea typeface="Liberation Sans"/>
                <a:cs typeface="Liberation Sans"/>
              </a:defRPr>
            </a:defPPr>
            <a:lvl1pPr>
              <a:defRPr sz="1650" b="1">
                <a:solidFill>
                  <a:srgbClr val="111A2E"/>
                </a:solidFill>
                <a:latin typeface="Liberation Sans"/>
                <a:ea typeface="Liberation Sans"/>
                <a:cs typeface="Liberation Sans"/>
              </a:defRPr>
            </a:lvl1pPr>
            <a:lvl2pPr>
              <a:defRPr sz="1650" b="1">
                <a:solidFill>
                  <a:srgbClr val="111A2E"/>
                </a:solidFill>
                <a:latin typeface="Liberation Sans"/>
                <a:ea typeface="Liberation Sans"/>
                <a:cs typeface="Liberation Sans"/>
              </a:defRPr>
            </a:lvl2pPr>
            <a:lvl3pPr>
              <a:defRPr sz="1650" b="1">
                <a:solidFill>
                  <a:srgbClr val="111A2E"/>
                </a:solidFill>
                <a:latin typeface="Liberation Sans"/>
                <a:ea typeface="Liberation Sans"/>
                <a:cs typeface="Liberation Sans"/>
              </a:defRPr>
            </a:lvl3pPr>
            <a:lvl4pPr>
              <a:defRPr sz="1650" b="1">
                <a:solidFill>
                  <a:srgbClr val="111A2E"/>
                </a:solidFill>
                <a:latin typeface="Liberation Sans"/>
                <a:ea typeface="Liberation Sans"/>
                <a:cs typeface="Liberation Sans"/>
              </a:defRPr>
            </a:lvl4pPr>
            <a:lvl5pPr>
              <a:defRPr sz="1650" b="1">
                <a:solidFill>
                  <a:srgbClr val="111A2E"/>
                </a:solidFill>
                <a:latin typeface="Liberation Sans"/>
                <a:ea typeface="Liberation Sans"/>
                <a:cs typeface="Liberation Sans"/>
              </a:defRPr>
            </a:lvl5pPr>
            <a:lvl6pPr>
              <a:defRPr sz="1650" b="1">
                <a:solidFill>
                  <a:srgbClr val="111A2E"/>
                </a:solidFill>
                <a:latin typeface="Liberation Sans"/>
                <a:ea typeface="Liberation Sans"/>
                <a:cs typeface="Liberation Sans"/>
              </a:defRPr>
            </a:lvl6pPr>
            <a:lvl7pPr>
              <a:defRPr sz="1650" b="1">
                <a:solidFill>
                  <a:srgbClr val="111A2E"/>
                </a:solidFill>
                <a:latin typeface="Liberation Sans"/>
                <a:ea typeface="Liberation Sans"/>
                <a:cs typeface="Liberation Sans"/>
              </a:defRPr>
            </a:lvl7pPr>
            <a:lvl8pPr>
              <a:defRPr sz="1650" b="1">
                <a:solidFill>
                  <a:srgbClr val="111A2E"/>
                </a:solidFill>
                <a:latin typeface="Liberation Sans"/>
                <a:ea typeface="Liberation Sans"/>
                <a:cs typeface="Liberation Sans"/>
              </a:defRPr>
            </a:lvl8pPr>
            <a:lvl9pPr>
              <a:defRPr sz="1650" b="1">
                <a:solidFill>
                  <a:srgbClr val="111A2E"/>
                </a:solidFill>
                <a:latin typeface="Liberation Sans"/>
                <a:ea typeface="Liberation Sans"/>
                <a:cs typeface="Liberation Sans"/>
              </a:defRPr>
            </a:lvl9pPr>
          </a:lstStyle>
          <a:p xmlns:a="http://schemas.openxmlformats.org/drawingml/2006/main">
            <a:pPr>
              <a:defRPr sz="1650" b="1">
                <a:solidFill>
                  <a:srgbClr val="111A2E"/>
                </a:solidFill>
                <a:latin typeface="Liberation Sans"/>
                <a:ea typeface="Liberation Sans"/>
                <a:cs typeface="Liberation Sans"/>
              </a:defRPr>
            </a:pPr>
            <a:r>
              <a:rPr sz="1650" b="1">
                <a:solidFill>
                  <a:srgbClr val="111A2E"/>
                </a:solidFill>
                <a:latin typeface="Liberation Sans"/>
                <a:ea typeface="Liberation Sans"/>
                <a:cs typeface="Liberation Sans"/>
              </a:rPr>
              <a:t>Tasks and risks</a:t>
            </a:r>
          </a:p>
        </p:txBody>
      </p:sp>
      <p:sp>
        <p:nvSpPr>
          <p:cNvPr id="10" name="">
            <a:extLst xmlns:a="http://schemas.openxmlformats.org/drawingml/2006/main">
              <a:ext uri="{FF2B5EF4-FFF2-40B4-BE49-F238E27FC236}">
                <a16:creationId xmlns:a16="http://schemas.microsoft.com/office/drawing/2014/main" id="{6967A754-C476-4E29-A38B-28ECE650AFDD}"/>
              </a:ext>
            </a:extLst>
          </p:cNvPr>
          <p:cNvSpPr>
            <a:spLocks xmlns:a="http://schemas.openxmlformats.org/drawingml/2006/main" noGrp="1"/>
          </p:cNvSpPr>
          <p:nvPr/>
        </p:nvSpPr>
        <p:spPr>
          <a:xfrm xmlns:a="http://schemas.openxmlformats.org/drawingml/2006/main">
            <a:off x="1000125" y="34766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Local task types only</a:t>
            </a:r>
          </a:p>
        </p:txBody>
      </p:sp>
      <p:sp>
        <p:nvSpPr>
          <p:cNvPr id="11" name="">
            <a:extLst xmlns:a="http://schemas.openxmlformats.org/drawingml/2006/main">
              <a:ext uri="{FF2B5EF4-FFF2-40B4-BE49-F238E27FC236}">
                <a16:creationId xmlns:a16="http://schemas.microsoft.com/office/drawing/2014/main" id="{D1A0E743-DCBA-4C83-B5F2-6ED11017E20F}"/>
              </a:ext>
            </a:extLst>
          </p:cNvPr>
          <p:cNvSpPr>
            <a:spLocks xmlns:a="http://schemas.openxmlformats.org/drawingml/2006/main" noGrp="1"/>
          </p:cNvSpPr>
          <p:nvPr/>
        </p:nvSpPr>
        <p:spPr>
          <a:xfrm xmlns:a="http://schemas.openxmlformats.org/drawingml/2006/main">
            <a:off x="4429125" y="2038350"/>
            <a:ext cx="3048000" cy="2286000"/>
          </a:xfrm>
          <a:prstGeom xmlns:a="http://schemas.openxmlformats.org/drawingml/2006/main" prst="rect">
            <a:avLst/>
          </a:prstGeom>
          <a:solidFill xmlns:a="http://schemas.openxmlformats.org/drawingml/2006/main">
            <a:srgbClr val="FFF7E6"/>
          </a:solidFill>
          <a:ln xmlns:a="http://schemas.openxmlformats.org/drawingml/2006/main" w="9525">
            <a:solidFill>
              <a:srgbClr val="D4DCE7"/>
            </a:solidFill>
            <a:prstDash val="solid"/>
          </a:ln>
        </p:spPr>
      </p:sp>
      <p:sp>
        <p:nvSpPr>
          <p:cNvPr id="12" name="">
            <a:extLst xmlns:a="http://schemas.openxmlformats.org/drawingml/2006/main">
              <a:ext uri="{FF2B5EF4-FFF2-40B4-BE49-F238E27FC236}">
                <a16:creationId xmlns:a16="http://schemas.microsoft.com/office/drawing/2014/main" id="{6B0812E6-53F9-463B-BC6F-834F6B5D4EE6}"/>
              </a:ext>
            </a:extLst>
          </p:cNvPr>
          <p:cNvSpPr>
            <a:spLocks xmlns:a="http://schemas.openxmlformats.org/drawingml/2006/main" noGrp="1"/>
          </p:cNvSpPr>
          <p:nvPr/>
        </p:nvSpPr>
        <p:spPr>
          <a:xfrm xmlns:a="http://schemas.openxmlformats.org/drawingml/2006/main">
            <a:off x="4619625" y="2238375"/>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325" b="1">
                <a:solidFill>
                  <a:srgbClr val="BC741D"/>
                </a:solidFill>
                <a:latin typeface="Liberation Sans"/>
                <a:ea typeface="Liberation Sans"/>
                <a:cs typeface="Liberation Sans"/>
              </a:defRPr>
            </a:defPPr>
            <a:lvl1pPr>
              <a:defRPr sz="2325" b="1">
                <a:solidFill>
                  <a:srgbClr val="BC741D"/>
                </a:solidFill>
                <a:latin typeface="Liberation Sans"/>
                <a:ea typeface="Liberation Sans"/>
                <a:cs typeface="Liberation Sans"/>
              </a:defRPr>
            </a:lvl1pPr>
            <a:lvl2pPr>
              <a:defRPr sz="2325" b="1">
                <a:solidFill>
                  <a:srgbClr val="BC741D"/>
                </a:solidFill>
                <a:latin typeface="Liberation Sans"/>
                <a:ea typeface="Liberation Sans"/>
                <a:cs typeface="Liberation Sans"/>
              </a:defRPr>
            </a:lvl2pPr>
            <a:lvl3pPr>
              <a:defRPr sz="2325" b="1">
                <a:solidFill>
                  <a:srgbClr val="BC741D"/>
                </a:solidFill>
                <a:latin typeface="Liberation Sans"/>
                <a:ea typeface="Liberation Sans"/>
                <a:cs typeface="Liberation Sans"/>
              </a:defRPr>
            </a:lvl3pPr>
            <a:lvl4pPr>
              <a:defRPr sz="2325" b="1">
                <a:solidFill>
                  <a:srgbClr val="BC741D"/>
                </a:solidFill>
                <a:latin typeface="Liberation Sans"/>
                <a:ea typeface="Liberation Sans"/>
                <a:cs typeface="Liberation Sans"/>
              </a:defRPr>
            </a:lvl4pPr>
            <a:lvl5pPr>
              <a:defRPr sz="2325" b="1">
                <a:solidFill>
                  <a:srgbClr val="BC741D"/>
                </a:solidFill>
                <a:latin typeface="Liberation Sans"/>
                <a:ea typeface="Liberation Sans"/>
                <a:cs typeface="Liberation Sans"/>
              </a:defRPr>
            </a:lvl5pPr>
            <a:lvl6pPr>
              <a:defRPr sz="2325" b="1">
                <a:solidFill>
                  <a:srgbClr val="BC741D"/>
                </a:solidFill>
                <a:latin typeface="Liberation Sans"/>
                <a:ea typeface="Liberation Sans"/>
                <a:cs typeface="Liberation Sans"/>
              </a:defRPr>
            </a:lvl6pPr>
            <a:lvl7pPr>
              <a:defRPr sz="2325" b="1">
                <a:solidFill>
                  <a:srgbClr val="BC741D"/>
                </a:solidFill>
                <a:latin typeface="Liberation Sans"/>
                <a:ea typeface="Liberation Sans"/>
                <a:cs typeface="Liberation Sans"/>
              </a:defRPr>
            </a:lvl7pPr>
            <a:lvl8pPr>
              <a:defRPr sz="2325" b="1">
                <a:solidFill>
                  <a:srgbClr val="BC741D"/>
                </a:solidFill>
                <a:latin typeface="Liberation Sans"/>
                <a:ea typeface="Liberation Sans"/>
                <a:cs typeface="Liberation Sans"/>
              </a:defRPr>
            </a:lvl8pPr>
            <a:lvl9pPr>
              <a:defRPr sz="2325" b="1">
                <a:solidFill>
                  <a:srgbClr val="BC741D"/>
                </a:solidFill>
                <a:latin typeface="Liberation Sans"/>
                <a:ea typeface="Liberation Sans"/>
                <a:cs typeface="Liberation Sans"/>
              </a:defRPr>
            </a:lvl9pPr>
          </a:lstStyle>
          <a:p xmlns:a="http://schemas.openxmlformats.org/drawingml/2006/main">
            <a:pPr>
              <a:defRPr sz="2325" b="1">
                <a:solidFill>
                  <a:srgbClr val="BC741D"/>
                </a:solidFill>
                <a:latin typeface="Liberation Sans"/>
                <a:ea typeface="Liberation Sans"/>
                <a:cs typeface="Liberation Sans"/>
              </a:defRPr>
            </a:pPr>
            <a:r>
              <a:rPr sz="2325" b="1">
                <a:solidFill>
                  <a:srgbClr val="BC741D"/>
                </a:solidFill>
                <a:latin typeface="Liberation Sans"/>
                <a:ea typeface="Liberation Sans"/>
                <a:cs typeface="Liberation Sans"/>
              </a:rPr>
              <a:t>WHERE</a:t>
            </a:r>
          </a:p>
        </p:txBody>
      </p:sp>
      <p:sp>
        <p:nvSpPr>
          <p:cNvPr id="13" name="">
            <a:extLst xmlns:a="http://schemas.openxmlformats.org/drawingml/2006/main">
              <a:ext uri="{FF2B5EF4-FFF2-40B4-BE49-F238E27FC236}">
                <a16:creationId xmlns:a16="http://schemas.microsoft.com/office/drawing/2014/main" id="{7987D1EB-AF52-489F-9731-4DC96E93216D}"/>
              </a:ext>
            </a:extLst>
          </p:cNvPr>
          <p:cNvSpPr>
            <a:spLocks xmlns:a="http://schemas.openxmlformats.org/drawingml/2006/main" noGrp="1"/>
          </p:cNvSpPr>
          <p:nvPr/>
        </p:nvSpPr>
        <p:spPr>
          <a:xfrm xmlns:a="http://schemas.openxmlformats.org/drawingml/2006/main">
            <a:off x="4619625" y="290512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1">
                <a:solidFill>
                  <a:srgbClr val="111A2E"/>
                </a:solidFill>
                <a:latin typeface="Liberation Sans"/>
                <a:ea typeface="Liberation Sans"/>
                <a:cs typeface="Liberation Sans"/>
              </a:defRPr>
            </a:defPPr>
            <a:lvl1pPr>
              <a:defRPr sz="1650" b="1">
                <a:solidFill>
                  <a:srgbClr val="111A2E"/>
                </a:solidFill>
                <a:latin typeface="Liberation Sans"/>
                <a:ea typeface="Liberation Sans"/>
                <a:cs typeface="Liberation Sans"/>
              </a:defRPr>
            </a:lvl1pPr>
            <a:lvl2pPr>
              <a:defRPr sz="1650" b="1">
                <a:solidFill>
                  <a:srgbClr val="111A2E"/>
                </a:solidFill>
                <a:latin typeface="Liberation Sans"/>
                <a:ea typeface="Liberation Sans"/>
                <a:cs typeface="Liberation Sans"/>
              </a:defRPr>
            </a:lvl2pPr>
            <a:lvl3pPr>
              <a:defRPr sz="1650" b="1">
                <a:solidFill>
                  <a:srgbClr val="111A2E"/>
                </a:solidFill>
                <a:latin typeface="Liberation Sans"/>
                <a:ea typeface="Liberation Sans"/>
                <a:cs typeface="Liberation Sans"/>
              </a:defRPr>
            </a:lvl3pPr>
            <a:lvl4pPr>
              <a:defRPr sz="1650" b="1">
                <a:solidFill>
                  <a:srgbClr val="111A2E"/>
                </a:solidFill>
                <a:latin typeface="Liberation Sans"/>
                <a:ea typeface="Liberation Sans"/>
                <a:cs typeface="Liberation Sans"/>
              </a:defRPr>
            </a:lvl4pPr>
            <a:lvl5pPr>
              <a:defRPr sz="1650" b="1">
                <a:solidFill>
                  <a:srgbClr val="111A2E"/>
                </a:solidFill>
                <a:latin typeface="Liberation Sans"/>
                <a:ea typeface="Liberation Sans"/>
                <a:cs typeface="Liberation Sans"/>
              </a:defRPr>
            </a:lvl5pPr>
            <a:lvl6pPr>
              <a:defRPr sz="1650" b="1">
                <a:solidFill>
                  <a:srgbClr val="111A2E"/>
                </a:solidFill>
                <a:latin typeface="Liberation Sans"/>
                <a:ea typeface="Liberation Sans"/>
                <a:cs typeface="Liberation Sans"/>
              </a:defRPr>
            </a:lvl6pPr>
            <a:lvl7pPr>
              <a:defRPr sz="1650" b="1">
                <a:solidFill>
                  <a:srgbClr val="111A2E"/>
                </a:solidFill>
                <a:latin typeface="Liberation Sans"/>
                <a:ea typeface="Liberation Sans"/>
                <a:cs typeface="Liberation Sans"/>
              </a:defRPr>
            </a:lvl7pPr>
            <a:lvl8pPr>
              <a:defRPr sz="1650" b="1">
                <a:solidFill>
                  <a:srgbClr val="111A2E"/>
                </a:solidFill>
                <a:latin typeface="Liberation Sans"/>
                <a:ea typeface="Liberation Sans"/>
                <a:cs typeface="Liberation Sans"/>
              </a:defRPr>
            </a:lvl8pPr>
            <a:lvl9pPr>
              <a:defRPr sz="1650" b="1">
                <a:solidFill>
                  <a:srgbClr val="111A2E"/>
                </a:solidFill>
                <a:latin typeface="Liberation Sans"/>
                <a:ea typeface="Liberation Sans"/>
                <a:cs typeface="Liberation Sans"/>
              </a:defRPr>
            </a:lvl9pPr>
          </a:lstStyle>
          <a:p xmlns:a="http://schemas.openxmlformats.org/drawingml/2006/main">
            <a:pPr>
              <a:defRPr sz="1650" b="1">
                <a:solidFill>
                  <a:srgbClr val="111A2E"/>
                </a:solidFill>
                <a:latin typeface="Liberation Sans"/>
                <a:ea typeface="Liberation Sans"/>
                <a:cs typeface="Liberation Sans"/>
              </a:defRPr>
            </a:pPr>
            <a:r>
              <a:rPr sz="1650" b="1">
                <a:solidFill>
                  <a:srgbClr val="111A2E"/>
                </a:solidFill>
                <a:latin typeface="Liberation Sans"/>
                <a:ea typeface="Liberation Sans"/>
                <a:cs typeface="Liberation Sans"/>
              </a:rPr>
              <a:t>Questions and provenance</a:t>
            </a:r>
          </a:p>
        </p:txBody>
      </p:sp>
      <p:sp>
        <p:nvSpPr>
          <p:cNvPr id="14" name="">
            <a:extLst xmlns:a="http://schemas.openxmlformats.org/drawingml/2006/main">
              <a:ext uri="{FF2B5EF4-FFF2-40B4-BE49-F238E27FC236}">
                <a16:creationId xmlns:a16="http://schemas.microsoft.com/office/drawing/2014/main" id="{6F4CF1E4-5984-4F86-8915-B055D3CE23AE}"/>
              </a:ext>
            </a:extLst>
          </p:cNvPr>
          <p:cNvSpPr>
            <a:spLocks xmlns:a="http://schemas.openxmlformats.org/drawingml/2006/main" noGrp="1"/>
          </p:cNvSpPr>
          <p:nvPr/>
        </p:nvSpPr>
        <p:spPr>
          <a:xfrm xmlns:a="http://schemas.openxmlformats.org/drawingml/2006/main">
            <a:off x="4619625" y="34766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Authored/imported items</a:t>
            </a:r>
          </a:p>
        </p:txBody>
      </p:sp>
      <p:sp>
        <p:nvSpPr>
          <p:cNvPr id="15" name="">
            <a:extLst xmlns:a="http://schemas.openxmlformats.org/drawingml/2006/main">
              <a:ext uri="{FF2B5EF4-FFF2-40B4-BE49-F238E27FC236}">
                <a16:creationId xmlns:a16="http://schemas.microsoft.com/office/drawing/2014/main" id="{2690BC54-C65A-42DF-B43B-7062646487C9}"/>
              </a:ext>
            </a:extLst>
          </p:cNvPr>
          <p:cNvSpPr>
            <a:spLocks xmlns:a="http://schemas.openxmlformats.org/drawingml/2006/main" noGrp="1"/>
          </p:cNvSpPr>
          <p:nvPr/>
        </p:nvSpPr>
        <p:spPr>
          <a:xfrm xmlns:a="http://schemas.openxmlformats.org/drawingml/2006/main">
            <a:off x="8048625" y="2038350"/>
            <a:ext cx="3048000" cy="22860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16" name="">
            <a:extLst xmlns:a="http://schemas.openxmlformats.org/drawingml/2006/main">
              <a:ext uri="{FF2B5EF4-FFF2-40B4-BE49-F238E27FC236}">
                <a16:creationId xmlns:a16="http://schemas.microsoft.com/office/drawing/2014/main" id="{07C7DDA6-D185-46C9-92EE-BF369061DA97}"/>
              </a:ext>
            </a:extLst>
          </p:cNvPr>
          <p:cNvSpPr>
            <a:spLocks xmlns:a="http://schemas.openxmlformats.org/drawingml/2006/main" noGrp="1"/>
          </p:cNvSpPr>
          <p:nvPr/>
        </p:nvSpPr>
        <p:spPr>
          <a:xfrm xmlns:a="http://schemas.openxmlformats.org/drawingml/2006/main">
            <a:off x="8239125" y="2238375"/>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325" b="1">
                <a:solidFill>
                  <a:srgbClr val="BC741D"/>
                </a:solidFill>
                <a:latin typeface="Liberation Sans"/>
                <a:ea typeface="Liberation Sans"/>
                <a:cs typeface="Liberation Sans"/>
              </a:defRPr>
            </a:defPPr>
            <a:lvl1pPr>
              <a:defRPr sz="2325" b="1">
                <a:solidFill>
                  <a:srgbClr val="BC741D"/>
                </a:solidFill>
                <a:latin typeface="Liberation Sans"/>
                <a:ea typeface="Liberation Sans"/>
                <a:cs typeface="Liberation Sans"/>
              </a:defRPr>
            </a:lvl1pPr>
            <a:lvl2pPr>
              <a:defRPr sz="2325" b="1">
                <a:solidFill>
                  <a:srgbClr val="BC741D"/>
                </a:solidFill>
                <a:latin typeface="Liberation Sans"/>
                <a:ea typeface="Liberation Sans"/>
                <a:cs typeface="Liberation Sans"/>
              </a:defRPr>
            </a:lvl2pPr>
            <a:lvl3pPr>
              <a:defRPr sz="2325" b="1">
                <a:solidFill>
                  <a:srgbClr val="BC741D"/>
                </a:solidFill>
                <a:latin typeface="Liberation Sans"/>
                <a:ea typeface="Liberation Sans"/>
                <a:cs typeface="Liberation Sans"/>
              </a:defRPr>
            </a:lvl3pPr>
            <a:lvl4pPr>
              <a:defRPr sz="2325" b="1">
                <a:solidFill>
                  <a:srgbClr val="BC741D"/>
                </a:solidFill>
                <a:latin typeface="Liberation Sans"/>
                <a:ea typeface="Liberation Sans"/>
                <a:cs typeface="Liberation Sans"/>
              </a:defRPr>
            </a:lvl4pPr>
            <a:lvl5pPr>
              <a:defRPr sz="2325" b="1">
                <a:solidFill>
                  <a:srgbClr val="BC741D"/>
                </a:solidFill>
                <a:latin typeface="Liberation Sans"/>
                <a:ea typeface="Liberation Sans"/>
                <a:cs typeface="Liberation Sans"/>
              </a:defRPr>
            </a:lvl5pPr>
            <a:lvl6pPr>
              <a:defRPr sz="2325" b="1">
                <a:solidFill>
                  <a:srgbClr val="BC741D"/>
                </a:solidFill>
                <a:latin typeface="Liberation Sans"/>
                <a:ea typeface="Liberation Sans"/>
                <a:cs typeface="Liberation Sans"/>
              </a:defRPr>
            </a:lvl6pPr>
            <a:lvl7pPr>
              <a:defRPr sz="2325" b="1">
                <a:solidFill>
                  <a:srgbClr val="BC741D"/>
                </a:solidFill>
                <a:latin typeface="Liberation Sans"/>
                <a:ea typeface="Liberation Sans"/>
                <a:cs typeface="Liberation Sans"/>
              </a:defRPr>
            </a:lvl7pPr>
            <a:lvl8pPr>
              <a:defRPr sz="2325" b="1">
                <a:solidFill>
                  <a:srgbClr val="BC741D"/>
                </a:solidFill>
                <a:latin typeface="Liberation Sans"/>
                <a:ea typeface="Liberation Sans"/>
                <a:cs typeface="Liberation Sans"/>
              </a:defRPr>
            </a:lvl8pPr>
            <a:lvl9pPr>
              <a:defRPr sz="2325" b="1">
                <a:solidFill>
                  <a:srgbClr val="BC741D"/>
                </a:solidFill>
                <a:latin typeface="Liberation Sans"/>
                <a:ea typeface="Liberation Sans"/>
                <a:cs typeface="Liberation Sans"/>
              </a:defRPr>
            </a:lvl9pPr>
          </a:lstStyle>
          <a:p xmlns:a="http://schemas.openxmlformats.org/drawingml/2006/main">
            <a:pPr>
              <a:defRPr sz="2325" b="1">
                <a:solidFill>
                  <a:srgbClr val="BC741D"/>
                </a:solidFill>
                <a:latin typeface="Liberation Sans"/>
                <a:ea typeface="Liberation Sans"/>
                <a:cs typeface="Liberation Sans"/>
              </a:defRPr>
            </a:pPr>
            <a:r>
              <a:rPr sz="2325" b="1">
                <a:solidFill>
                  <a:srgbClr val="BC741D"/>
                </a:solidFill>
                <a:latin typeface="Liberation Sans"/>
                <a:ea typeface="Liberation Sans"/>
                <a:cs typeface="Liberation Sans"/>
              </a:rPr>
              <a:t>HOW</a:t>
            </a:r>
          </a:p>
        </p:txBody>
      </p:sp>
      <p:sp>
        <p:nvSpPr>
          <p:cNvPr id="17" name="">
            <a:extLst xmlns:a="http://schemas.openxmlformats.org/drawingml/2006/main">
              <a:ext uri="{FF2B5EF4-FFF2-40B4-BE49-F238E27FC236}">
                <a16:creationId xmlns:a16="http://schemas.microsoft.com/office/drawing/2014/main" id="{C84661ED-FE62-48F0-81FA-36CDC30492C2}"/>
              </a:ext>
            </a:extLst>
          </p:cNvPr>
          <p:cNvSpPr>
            <a:spLocks xmlns:a="http://schemas.openxmlformats.org/drawingml/2006/main" noGrp="1"/>
          </p:cNvSpPr>
          <p:nvPr/>
        </p:nvSpPr>
        <p:spPr>
          <a:xfrm xmlns:a="http://schemas.openxmlformats.org/drawingml/2006/main">
            <a:off x="8239125" y="290512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1">
                <a:solidFill>
                  <a:srgbClr val="111A2E"/>
                </a:solidFill>
                <a:latin typeface="Liberation Sans"/>
                <a:ea typeface="Liberation Sans"/>
                <a:cs typeface="Liberation Sans"/>
              </a:defRPr>
            </a:defPPr>
            <a:lvl1pPr>
              <a:defRPr sz="1650" b="1">
                <a:solidFill>
                  <a:srgbClr val="111A2E"/>
                </a:solidFill>
                <a:latin typeface="Liberation Sans"/>
                <a:ea typeface="Liberation Sans"/>
                <a:cs typeface="Liberation Sans"/>
              </a:defRPr>
            </a:lvl1pPr>
            <a:lvl2pPr>
              <a:defRPr sz="1650" b="1">
                <a:solidFill>
                  <a:srgbClr val="111A2E"/>
                </a:solidFill>
                <a:latin typeface="Liberation Sans"/>
                <a:ea typeface="Liberation Sans"/>
                <a:cs typeface="Liberation Sans"/>
              </a:defRPr>
            </a:lvl2pPr>
            <a:lvl3pPr>
              <a:defRPr sz="1650" b="1">
                <a:solidFill>
                  <a:srgbClr val="111A2E"/>
                </a:solidFill>
                <a:latin typeface="Liberation Sans"/>
                <a:ea typeface="Liberation Sans"/>
                <a:cs typeface="Liberation Sans"/>
              </a:defRPr>
            </a:lvl3pPr>
            <a:lvl4pPr>
              <a:defRPr sz="1650" b="1">
                <a:solidFill>
                  <a:srgbClr val="111A2E"/>
                </a:solidFill>
                <a:latin typeface="Liberation Sans"/>
                <a:ea typeface="Liberation Sans"/>
                <a:cs typeface="Liberation Sans"/>
              </a:defRPr>
            </a:lvl4pPr>
            <a:lvl5pPr>
              <a:defRPr sz="1650" b="1">
                <a:solidFill>
                  <a:srgbClr val="111A2E"/>
                </a:solidFill>
                <a:latin typeface="Liberation Sans"/>
                <a:ea typeface="Liberation Sans"/>
                <a:cs typeface="Liberation Sans"/>
              </a:defRPr>
            </a:lvl5pPr>
            <a:lvl6pPr>
              <a:defRPr sz="1650" b="1">
                <a:solidFill>
                  <a:srgbClr val="111A2E"/>
                </a:solidFill>
                <a:latin typeface="Liberation Sans"/>
                <a:ea typeface="Liberation Sans"/>
                <a:cs typeface="Liberation Sans"/>
              </a:defRPr>
            </a:lvl6pPr>
            <a:lvl7pPr>
              <a:defRPr sz="1650" b="1">
                <a:solidFill>
                  <a:srgbClr val="111A2E"/>
                </a:solidFill>
                <a:latin typeface="Liberation Sans"/>
                <a:ea typeface="Liberation Sans"/>
                <a:cs typeface="Liberation Sans"/>
              </a:defRPr>
            </a:lvl7pPr>
            <a:lvl8pPr>
              <a:defRPr sz="1650" b="1">
                <a:solidFill>
                  <a:srgbClr val="111A2E"/>
                </a:solidFill>
                <a:latin typeface="Liberation Sans"/>
                <a:ea typeface="Liberation Sans"/>
                <a:cs typeface="Liberation Sans"/>
              </a:defRPr>
            </a:lvl8pPr>
            <a:lvl9pPr>
              <a:defRPr sz="1650" b="1">
                <a:solidFill>
                  <a:srgbClr val="111A2E"/>
                </a:solidFill>
                <a:latin typeface="Liberation Sans"/>
                <a:ea typeface="Liberation Sans"/>
                <a:cs typeface="Liberation Sans"/>
              </a:defRPr>
            </a:lvl9pPr>
          </a:lstStyle>
          <a:p xmlns:a="http://schemas.openxmlformats.org/drawingml/2006/main">
            <a:pPr>
              <a:defRPr sz="1650" b="1">
                <a:solidFill>
                  <a:srgbClr val="111A2E"/>
                </a:solidFill>
                <a:latin typeface="Liberation Sans"/>
                <a:ea typeface="Liberation Sans"/>
                <a:cs typeface="Liberation Sans"/>
              </a:defRPr>
            </a:pPr>
            <a:r>
              <a:rPr sz="1650" b="1">
                <a:solidFill>
                  <a:srgbClr val="111A2E"/>
                </a:solidFill>
                <a:latin typeface="Liberation Sans"/>
                <a:ea typeface="Liberation Sans"/>
                <a:cs typeface="Liberation Sans"/>
              </a:rPr>
              <a:t>Protocol and assessment</a:t>
            </a:r>
          </a:p>
        </p:txBody>
      </p:sp>
      <p:sp>
        <p:nvSpPr>
          <p:cNvPr id="18" name="">
            <a:extLst xmlns:a="http://schemas.openxmlformats.org/drawingml/2006/main">
              <a:ext uri="{FF2B5EF4-FFF2-40B4-BE49-F238E27FC236}">
                <a16:creationId xmlns:a16="http://schemas.microsoft.com/office/drawing/2014/main" id="{F42F924E-B2A4-43D0-A63E-EB0ECDCAC74C}"/>
              </a:ext>
            </a:extLst>
          </p:cNvPr>
          <p:cNvSpPr>
            <a:spLocks xmlns:a="http://schemas.openxmlformats.org/drawingml/2006/main" noGrp="1"/>
          </p:cNvSpPr>
          <p:nvPr/>
        </p:nvSpPr>
        <p:spPr>
          <a:xfrm xmlns:a="http://schemas.openxmlformats.org/drawingml/2006/main">
            <a:off x="8239125" y="34766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Checks, review, analysis</a:t>
            </a:r>
          </a:p>
        </p:txBody>
      </p:sp>
      <p:sp>
        <p:nvSpPr>
          <p:cNvPr id="19" name="">
            <a:extLst xmlns:a="http://schemas.openxmlformats.org/drawingml/2006/main">
              <a:ext uri="{FF2B5EF4-FFF2-40B4-BE49-F238E27FC236}">
                <a16:creationId xmlns:a16="http://schemas.microsoft.com/office/drawing/2014/main" id="{D62C0916-C7F5-46CC-9B24-BED6090E5E78}"/>
              </a:ext>
            </a:extLst>
          </p:cNvPr>
          <p:cNvSpPr>
            <a:spLocks xmlns:a="http://schemas.openxmlformats.org/drawingml/2006/main" noGrp="1"/>
          </p:cNvSpPr>
          <p:nvPr/>
        </p:nvSpPr>
        <p:spPr>
          <a:xfrm xmlns:a="http://schemas.openxmlformats.org/drawingml/2006/main">
            <a:off x="809625" y="485775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950" b="1">
                <a:solidFill>
                  <a:srgbClr val="152238"/>
                </a:solidFill>
                <a:latin typeface="Liberation Sans"/>
                <a:ea typeface="Liberation Sans"/>
                <a:cs typeface="Liberation Sans"/>
              </a:defRPr>
            </a:defPPr>
            <a:lvl1pPr>
              <a:defRPr sz="1950" b="1">
                <a:solidFill>
                  <a:srgbClr val="152238"/>
                </a:solidFill>
                <a:latin typeface="Liberation Sans"/>
                <a:ea typeface="Liberation Sans"/>
                <a:cs typeface="Liberation Sans"/>
              </a:defRPr>
            </a:lvl1pPr>
            <a:lvl2pPr>
              <a:defRPr sz="1950" b="1">
                <a:solidFill>
                  <a:srgbClr val="152238"/>
                </a:solidFill>
                <a:latin typeface="Liberation Sans"/>
                <a:ea typeface="Liberation Sans"/>
                <a:cs typeface="Liberation Sans"/>
              </a:defRPr>
            </a:lvl2pPr>
            <a:lvl3pPr>
              <a:defRPr sz="1950" b="1">
                <a:solidFill>
                  <a:srgbClr val="152238"/>
                </a:solidFill>
                <a:latin typeface="Liberation Sans"/>
                <a:ea typeface="Liberation Sans"/>
                <a:cs typeface="Liberation Sans"/>
              </a:defRPr>
            </a:lvl3pPr>
            <a:lvl4pPr>
              <a:defRPr sz="1950" b="1">
                <a:solidFill>
                  <a:srgbClr val="152238"/>
                </a:solidFill>
                <a:latin typeface="Liberation Sans"/>
                <a:ea typeface="Liberation Sans"/>
                <a:cs typeface="Liberation Sans"/>
              </a:defRPr>
            </a:lvl4pPr>
            <a:lvl5pPr>
              <a:defRPr sz="1950" b="1">
                <a:solidFill>
                  <a:srgbClr val="152238"/>
                </a:solidFill>
                <a:latin typeface="Liberation Sans"/>
                <a:ea typeface="Liberation Sans"/>
                <a:cs typeface="Liberation Sans"/>
              </a:defRPr>
            </a:lvl5pPr>
            <a:lvl6pPr>
              <a:defRPr sz="1950" b="1">
                <a:solidFill>
                  <a:srgbClr val="152238"/>
                </a:solidFill>
                <a:latin typeface="Liberation Sans"/>
                <a:ea typeface="Liberation Sans"/>
                <a:cs typeface="Liberation Sans"/>
              </a:defRPr>
            </a:lvl6pPr>
            <a:lvl7pPr>
              <a:defRPr sz="1950" b="1">
                <a:solidFill>
                  <a:srgbClr val="152238"/>
                </a:solidFill>
                <a:latin typeface="Liberation Sans"/>
                <a:ea typeface="Liberation Sans"/>
                <a:cs typeface="Liberation Sans"/>
              </a:defRPr>
            </a:lvl7pPr>
            <a:lvl8pPr>
              <a:defRPr sz="1950" b="1">
                <a:solidFill>
                  <a:srgbClr val="152238"/>
                </a:solidFill>
                <a:latin typeface="Liberation Sans"/>
                <a:ea typeface="Liberation Sans"/>
                <a:cs typeface="Liberation Sans"/>
              </a:defRPr>
            </a:lvl8pPr>
            <a:lvl9pPr>
              <a:defRPr sz="1950" b="1">
                <a:solidFill>
                  <a:srgbClr val="152238"/>
                </a:solidFill>
                <a:latin typeface="Liberation Sans"/>
                <a:ea typeface="Liberation Sans"/>
                <a:cs typeface="Liberation Sans"/>
              </a:defRPr>
            </a:lvl9pPr>
          </a:lstStyle>
          <a:p xmlns:a="http://schemas.openxmlformats.org/drawingml/2006/main">
            <a:pPr>
              <a:defRPr sz="1950" b="1">
                <a:solidFill>
                  <a:srgbClr val="152238"/>
                </a:solidFill>
                <a:latin typeface="Liberation Sans"/>
                <a:ea typeface="Liberation Sans"/>
                <a:cs typeface="Liberation Sans"/>
              </a:defRPr>
            </a:pPr>
            <a:r>
              <a:rPr sz="1950" b="1">
                <a:solidFill>
                  <a:srgbClr val="152238"/>
                </a:solidFill>
                <a:latin typeface="Liberation Sans"/>
                <a:ea typeface="Liberation Sans"/>
                <a:cs typeface="Liberation Sans"/>
              </a:rPr>
              <a:t>Chang et al. (2024)  →  one bounded local adaptation</a:t>
            </a:r>
          </a:p>
        </p:txBody>
      </p:sp>
      <p:sp>
        <p:nvSpPr>
          <p:cNvPr id="20" name="">
            <a:extLst xmlns:a="http://schemas.openxmlformats.org/drawingml/2006/main">
              <a:ext uri="{FF2B5EF4-FFF2-40B4-BE49-F238E27FC236}">
                <a16:creationId xmlns:a16="http://schemas.microsoft.com/office/drawing/2014/main" id="{126A9583-AF33-4412-BC3C-73BEF91B9A72}"/>
              </a:ext>
            </a:extLst>
          </p:cNvPr>
          <p:cNvSpPr>
            <a:spLocks xmlns:a="http://schemas.openxmlformats.org/drawingml/2006/main" noGrp="1"/>
          </p:cNvSpPr>
          <p:nvPr/>
        </p:nvSpPr>
        <p:spPr>
          <a:xfrm xmlns:a="http://schemas.openxmlformats.org/drawingml/2006/main">
            <a:off x="809625" y="53816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275" b="0">
                <a:solidFill>
                  <a:srgbClr val="526177"/>
                </a:solidFill>
                <a:latin typeface="Liberation Sans"/>
                <a:ea typeface="Liberation Sans"/>
                <a:cs typeface="Liberation Sans"/>
              </a:defRPr>
            </a:defPPr>
            <a:lvl1pPr>
              <a:defRPr sz="1275" b="0">
                <a:solidFill>
                  <a:srgbClr val="526177"/>
                </a:solidFill>
                <a:latin typeface="Liberation Sans"/>
                <a:ea typeface="Liberation Sans"/>
                <a:cs typeface="Liberation Sans"/>
              </a:defRPr>
            </a:lvl1pPr>
            <a:lvl2pPr>
              <a:defRPr sz="1275" b="0">
                <a:solidFill>
                  <a:srgbClr val="526177"/>
                </a:solidFill>
                <a:latin typeface="Liberation Sans"/>
                <a:ea typeface="Liberation Sans"/>
                <a:cs typeface="Liberation Sans"/>
              </a:defRPr>
            </a:lvl2pPr>
            <a:lvl3pPr>
              <a:defRPr sz="1275" b="0">
                <a:solidFill>
                  <a:srgbClr val="526177"/>
                </a:solidFill>
                <a:latin typeface="Liberation Sans"/>
                <a:ea typeface="Liberation Sans"/>
                <a:cs typeface="Liberation Sans"/>
              </a:defRPr>
            </a:lvl3pPr>
            <a:lvl4pPr>
              <a:defRPr sz="1275" b="0">
                <a:solidFill>
                  <a:srgbClr val="526177"/>
                </a:solidFill>
                <a:latin typeface="Liberation Sans"/>
                <a:ea typeface="Liberation Sans"/>
                <a:cs typeface="Liberation Sans"/>
              </a:defRPr>
            </a:lvl4pPr>
            <a:lvl5pPr>
              <a:defRPr sz="1275" b="0">
                <a:solidFill>
                  <a:srgbClr val="526177"/>
                </a:solidFill>
                <a:latin typeface="Liberation Sans"/>
                <a:ea typeface="Liberation Sans"/>
                <a:cs typeface="Liberation Sans"/>
              </a:defRPr>
            </a:lvl5pPr>
            <a:lvl6pPr>
              <a:defRPr sz="1275" b="0">
                <a:solidFill>
                  <a:srgbClr val="526177"/>
                </a:solidFill>
                <a:latin typeface="Liberation Sans"/>
                <a:ea typeface="Liberation Sans"/>
                <a:cs typeface="Liberation Sans"/>
              </a:defRPr>
            </a:lvl6pPr>
            <a:lvl7pPr>
              <a:defRPr sz="1275" b="0">
                <a:solidFill>
                  <a:srgbClr val="526177"/>
                </a:solidFill>
                <a:latin typeface="Liberation Sans"/>
                <a:ea typeface="Liberation Sans"/>
                <a:cs typeface="Liberation Sans"/>
              </a:defRPr>
            </a:lvl7pPr>
            <a:lvl8pPr>
              <a:defRPr sz="1275" b="0">
                <a:solidFill>
                  <a:srgbClr val="526177"/>
                </a:solidFill>
                <a:latin typeface="Liberation Sans"/>
                <a:ea typeface="Liberation Sans"/>
                <a:cs typeface="Liberation Sans"/>
              </a:defRPr>
            </a:lvl8pPr>
            <a:lvl9pPr>
              <a:defRPr sz="1275" b="0">
                <a:solidFill>
                  <a:srgbClr val="526177"/>
                </a:solidFill>
                <a:latin typeface="Liberation Sans"/>
                <a:ea typeface="Liberation Sans"/>
                <a:cs typeface="Liberation Sans"/>
              </a:defRPr>
            </a:lvl9pPr>
          </a:lstStyle>
          <a:p xmlns:a="http://schemas.openxmlformats.org/drawingml/2006/main">
            <a:pPr>
              <a:defRPr sz="1275" b="0">
                <a:solidFill>
                  <a:srgbClr val="526177"/>
                </a:solidFill>
                <a:latin typeface="Liberation Sans"/>
                <a:ea typeface="Liberation Sans"/>
                <a:cs typeface="Liberation Sans"/>
              </a:defRPr>
            </a:pPr>
            <a:r>
              <a:rPr sz="1275" b="0">
                <a:solidFill>
                  <a:srgbClr val="526177"/>
                </a:solidFill>
                <a:latin typeface="Liberation Sans"/>
                <a:ea typeface="Liberation Sans"/>
                <a:cs typeface="Liberation Sans"/>
              </a:rPr>
              <a:t>Original diagram; no ACM figure reproduced.</a:t>
            </a:r>
          </a:p>
        </p:txBody>
      </p:sp>
    </p:spTree>
    <p:extLst>
      <p:ext uri="{BB962C8B-B14F-4D97-AF65-F5344CB8AC3E}">
        <p14:creationId xmlns:p14="http://schemas.microsoft.com/office/powerpoint/2010/main" val="18386114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C954ED0-D641-46C5-BF17-13C08C9898E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B60E102C-8D3A-4221-A1C7-20D446C61D46}"/>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4DBF1329-3F97-4DF4-8307-D258F08034A3}"/>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From papers to local features</a:t>
            </a:r>
          </a:p>
        </p:txBody>
      </p:sp>
      <p:sp>
        <p:nvSpPr>
          <p:cNvPr id="4" name="">
            <a:extLst xmlns:a="http://schemas.openxmlformats.org/drawingml/2006/main">
              <a:ext uri="{FF2B5EF4-FFF2-40B4-BE49-F238E27FC236}">
                <a16:creationId xmlns:a16="http://schemas.microsoft.com/office/drawing/2014/main" id="{66047207-52AE-41C2-88AC-9ED111B877F5}"/>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D301F626-3E43-4F85-BCAF-452F79CCFE70}"/>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52E631CD-0057-42DD-81D6-E8729BDB487D}"/>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04</a:t>
            </a:r>
          </a:p>
        </p:txBody>
      </p:sp>
      <p:sp>
        <p:nvSpPr>
          <p:cNvPr id="7" name="">
            <a:extLst xmlns:a="http://schemas.openxmlformats.org/drawingml/2006/main">
              <a:ext uri="{FF2B5EF4-FFF2-40B4-BE49-F238E27FC236}">
                <a16:creationId xmlns:a16="http://schemas.microsoft.com/office/drawing/2014/main" id="{E5A939B2-999F-4245-99B4-8D82E53931E6}"/>
              </a:ext>
            </a:extLst>
          </p:cNvPr>
          <p:cNvSpPr>
            <a:spLocks xmlns:a="http://schemas.openxmlformats.org/drawingml/2006/main" noGrp="1"/>
          </p:cNvSpPr>
          <p:nvPr/>
        </p:nvSpPr>
        <p:spPr>
          <a:xfrm xmlns:a="http://schemas.openxmlformats.org/drawingml/2006/main">
            <a:off x="666750" y="15716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425" b="1">
                <a:solidFill>
                  <a:srgbClr val="BC741D"/>
                </a:solidFill>
                <a:latin typeface="Liberation Sans"/>
                <a:ea typeface="Liberation Sans"/>
                <a:cs typeface="Liberation Sans"/>
              </a:defRPr>
            </a:defPPr>
            <a:lvl1pPr>
              <a:defRPr sz="1425" b="1">
                <a:solidFill>
                  <a:srgbClr val="BC741D"/>
                </a:solidFill>
                <a:latin typeface="Liberation Sans"/>
                <a:ea typeface="Liberation Sans"/>
                <a:cs typeface="Liberation Sans"/>
              </a:defRPr>
            </a:lvl1pPr>
            <a:lvl2pPr>
              <a:defRPr sz="1425" b="1">
                <a:solidFill>
                  <a:srgbClr val="BC741D"/>
                </a:solidFill>
                <a:latin typeface="Liberation Sans"/>
                <a:ea typeface="Liberation Sans"/>
                <a:cs typeface="Liberation Sans"/>
              </a:defRPr>
            </a:lvl2pPr>
            <a:lvl3pPr>
              <a:defRPr sz="1425" b="1">
                <a:solidFill>
                  <a:srgbClr val="BC741D"/>
                </a:solidFill>
                <a:latin typeface="Liberation Sans"/>
                <a:ea typeface="Liberation Sans"/>
                <a:cs typeface="Liberation Sans"/>
              </a:defRPr>
            </a:lvl3pPr>
            <a:lvl4pPr>
              <a:defRPr sz="1425" b="1">
                <a:solidFill>
                  <a:srgbClr val="BC741D"/>
                </a:solidFill>
                <a:latin typeface="Liberation Sans"/>
                <a:ea typeface="Liberation Sans"/>
                <a:cs typeface="Liberation Sans"/>
              </a:defRPr>
            </a:lvl4pPr>
            <a:lvl5pPr>
              <a:defRPr sz="1425" b="1">
                <a:solidFill>
                  <a:srgbClr val="BC741D"/>
                </a:solidFill>
                <a:latin typeface="Liberation Sans"/>
                <a:ea typeface="Liberation Sans"/>
                <a:cs typeface="Liberation Sans"/>
              </a:defRPr>
            </a:lvl5pPr>
            <a:lvl6pPr>
              <a:defRPr sz="1425" b="1">
                <a:solidFill>
                  <a:srgbClr val="BC741D"/>
                </a:solidFill>
                <a:latin typeface="Liberation Sans"/>
                <a:ea typeface="Liberation Sans"/>
                <a:cs typeface="Liberation Sans"/>
              </a:defRPr>
            </a:lvl6pPr>
            <a:lvl7pPr>
              <a:defRPr sz="1425" b="1">
                <a:solidFill>
                  <a:srgbClr val="BC741D"/>
                </a:solidFill>
                <a:latin typeface="Liberation Sans"/>
                <a:ea typeface="Liberation Sans"/>
                <a:cs typeface="Liberation Sans"/>
              </a:defRPr>
            </a:lvl7pPr>
            <a:lvl8pPr>
              <a:defRPr sz="1425" b="1">
                <a:solidFill>
                  <a:srgbClr val="BC741D"/>
                </a:solidFill>
                <a:latin typeface="Liberation Sans"/>
                <a:ea typeface="Liberation Sans"/>
                <a:cs typeface="Liberation Sans"/>
              </a:defRPr>
            </a:lvl8pPr>
            <a:lvl9pPr>
              <a:defRPr sz="1425" b="1">
                <a:solidFill>
                  <a:srgbClr val="BC741D"/>
                </a:solidFill>
                <a:latin typeface="Liberation Sans"/>
                <a:ea typeface="Liberation Sans"/>
                <a:cs typeface="Liberation Sans"/>
              </a:defRPr>
            </a:lvl9pPr>
          </a:lstStyle>
          <a:p xmlns:a="http://schemas.openxmlformats.org/drawingml/2006/main">
            <a:pPr>
              <a:defRPr sz="1425" b="1">
                <a:solidFill>
                  <a:srgbClr val="BC741D"/>
                </a:solidFill>
                <a:latin typeface="Liberation Sans"/>
                <a:ea typeface="Liberation Sans"/>
                <a:cs typeface="Liberation Sans"/>
              </a:defRPr>
            </a:pPr>
            <a:r>
              <a:rPr sz="1425" b="1">
                <a:solidFill>
                  <a:srgbClr val="BC741D"/>
                </a:solidFill>
                <a:latin typeface="Liberation Sans"/>
                <a:ea typeface="Liberation Sans"/>
                <a:cs typeface="Liberation Sans"/>
              </a:rPr>
              <a:t>Source</a:t>
            </a:r>
          </a:p>
        </p:txBody>
      </p:sp>
      <p:sp>
        <p:nvSpPr>
          <p:cNvPr id="8" name="">
            <a:extLst xmlns:a="http://schemas.openxmlformats.org/drawingml/2006/main">
              <a:ext uri="{FF2B5EF4-FFF2-40B4-BE49-F238E27FC236}">
                <a16:creationId xmlns:a16="http://schemas.microsoft.com/office/drawing/2014/main" id="{F8B7F119-9113-4EDE-A375-09F1555D9FD0}"/>
              </a:ext>
            </a:extLst>
          </p:cNvPr>
          <p:cNvSpPr>
            <a:spLocks xmlns:a="http://schemas.openxmlformats.org/drawingml/2006/main" noGrp="1"/>
          </p:cNvSpPr>
          <p:nvPr/>
        </p:nvSpPr>
        <p:spPr>
          <a:xfrm xmlns:a="http://schemas.openxmlformats.org/drawingml/2006/main">
            <a:off x="2762250" y="15716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425" b="1">
                <a:solidFill>
                  <a:srgbClr val="BC741D"/>
                </a:solidFill>
                <a:latin typeface="Liberation Sans"/>
                <a:ea typeface="Liberation Sans"/>
                <a:cs typeface="Liberation Sans"/>
              </a:defRPr>
            </a:defPPr>
            <a:lvl1pPr>
              <a:defRPr sz="1425" b="1">
                <a:solidFill>
                  <a:srgbClr val="BC741D"/>
                </a:solidFill>
                <a:latin typeface="Liberation Sans"/>
                <a:ea typeface="Liberation Sans"/>
                <a:cs typeface="Liberation Sans"/>
              </a:defRPr>
            </a:lvl1pPr>
            <a:lvl2pPr>
              <a:defRPr sz="1425" b="1">
                <a:solidFill>
                  <a:srgbClr val="BC741D"/>
                </a:solidFill>
                <a:latin typeface="Liberation Sans"/>
                <a:ea typeface="Liberation Sans"/>
                <a:cs typeface="Liberation Sans"/>
              </a:defRPr>
            </a:lvl2pPr>
            <a:lvl3pPr>
              <a:defRPr sz="1425" b="1">
                <a:solidFill>
                  <a:srgbClr val="BC741D"/>
                </a:solidFill>
                <a:latin typeface="Liberation Sans"/>
                <a:ea typeface="Liberation Sans"/>
                <a:cs typeface="Liberation Sans"/>
              </a:defRPr>
            </a:lvl3pPr>
            <a:lvl4pPr>
              <a:defRPr sz="1425" b="1">
                <a:solidFill>
                  <a:srgbClr val="BC741D"/>
                </a:solidFill>
                <a:latin typeface="Liberation Sans"/>
                <a:ea typeface="Liberation Sans"/>
                <a:cs typeface="Liberation Sans"/>
              </a:defRPr>
            </a:lvl4pPr>
            <a:lvl5pPr>
              <a:defRPr sz="1425" b="1">
                <a:solidFill>
                  <a:srgbClr val="BC741D"/>
                </a:solidFill>
                <a:latin typeface="Liberation Sans"/>
                <a:ea typeface="Liberation Sans"/>
                <a:cs typeface="Liberation Sans"/>
              </a:defRPr>
            </a:lvl5pPr>
            <a:lvl6pPr>
              <a:defRPr sz="1425" b="1">
                <a:solidFill>
                  <a:srgbClr val="BC741D"/>
                </a:solidFill>
                <a:latin typeface="Liberation Sans"/>
                <a:ea typeface="Liberation Sans"/>
                <a:cs typeface="Liberation Sans"/>
              </a:defRPr>
            </a:lvl6pPr>
            <a:lvl7pPr>
              <a:defRPr sz="1425" b="1">
                <a:solidFill>
                  <a:srgbClr val="BC741D"/>
                </a:solidFill>
                <a:latin typeface="Liberation Sans"/>
                <a:ea typeface="Liberation Sans"/>
                <a:cs typeface="Liberation Sans"/>
              </a:defRPr>
            </a:lvl7pPr>
            <a:lvl8pPr>
              <a:defRPr sz="1425" b="1">
                <a:solidFill>
                  <a:srgbClr val="BC741D"/>
                </a:solidFill>
                <a:latin typeface="Liberation Sans"/>
                <a:ea typeface="Liberation Sans"/>
                <a:cs typeface="Liberation Sans"/>
              </a:defRPr>
            </a:lvl8pPr>
            <a:lvl9pPr>
              <a:defRPr sz="1425" b="1">
                <a:solidFill>
                  <a:srgbClr val="BC741D"/>
                </a:solidFill>
                <a:latin typeface="Liberation Sans"/>
                <a:ea typeface="Liberation Sans"/>
                <a:cs typeface="Liberation Sans"/>
              </a:defRPr>
            </a:lvl9pPr>
          </a:lstStyle>
          <a:p xmlns:a="http://schemas.openxmlformats.org/drawingml/2006/main">
            <a:pPr>
              <a:defRPr sz="1425" b="1">
                <a:solidFill>
                  <a:srgbClr val="BC741D"/>
                </a:solidFill>
                <a:latin typeface="Liberation Sans"/>
                <a:ea typeface="Liberation Sans"/>
                <a:cs typeface="Liberation Sans"/>
              </a:defRPr>
            </a:pPr>
            <a:r>
              <a:rPr sz="1425" b="1">
                <a:solidFill>
                  <a:srgbClr val="BC741D"/>
                </a:solidFill>
                <a:latin typeface="Liberation Sans"/>
                <a:ea typeface="Liberation Sans"/>
                <a:cs typeface="Liberation Sans"/>
              </a:rPr>
              <a:t>Local use</a:t>
            </a:r>
          </a:p>
        </p:txBody>
      </p:sp>
      <p:sp>
        <p:nvSpPr>
          <p:cNvPr id="9" name="">
            <a:extLst xmlns:a="http://schemas.openxmlformats.org/drawingml/2006/main">
              <a:ext uri="{FF2B5EF4-FFF2-40B4-BE49-F238E27FC236}">
                <a16:creationId xmlns:a16="http://schemas.microsoft.com/office/drawing/2014/main" id="{163DF28B-BB0A-4A60-AF1B-6B1E8F4EC105}"/>
              </a:ext>
            </a:extLst>
          </p:cNvPr>
          <p:cNvSpPr>
            <a:spLocks xmlns:a="http://schemas.openxmlformats.org/drawingml/2006/main" noGrp="1"/>
          </p:cNvSpPr>
          <p:nvPr/>
        </p:nvSpPr>
        <p:spPr>
          <a:xfrm xmlns:a="http://schemas.openxmlformats.org/drawingml/2006/main">
            <a:off x="7143750" y="15716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425" b="1">
                <a:solidFill>
                  <a:srgbClr val="BC741D"/>
                </a:solidFill>
                <a:latin typeface="Liberation Sans"/>
                <a:ea typeface="Liberation Sans"/>
                <a:cs typeface="Liberation Sans"/>
              </a:defRPr>
            </a:defPPr>
            <a:lvl1pPr>
              <a:defRPr sz="1425" b="1">
                <a:solidFill>
                  <a:srgbClr val="BC741D"/>
                </a:solidFill>
                <a:latin typeface="Liberation Sans"/>
                <a:ea typeface="Liberation Sans"/>
                <a:cs typeface="Liberation Sans"/>
              </a:defRPr>
            </a:lvl1pPr>
            <a:lvl2pPr>
              <a:defRPr sz="1425" b="1">
                <a:solidFill>
                  <a:srgbClr val="BC741D"/>
                </a:solidFill>
                <a:latin typeface="Liberation Sans"/>
                <a:ea typeface="Liberation Sans"/>
                <a:cs typeface="Liberation Sans"/>
              </a:defRPr>
            </a:lvl2pPr>
            <a:lvl3pPr>
              <a:defRPr sz="1425" b="1">
                <a:solidFill>
                  <a:srgbClr val="BC741D"/>
                </a:solidFill>
                <a:latin typeface="Liberation Sans"/>
                <a:ea typeface="Liberation Sans"/>
                <a:cs typeface="Liberation Sans"/>
              </a:defRPr>
            </a:lvl3pPr>
            <a:lvl4pPr>
              <a:defRPr sz="1425" b="1">
                <a:solidFill>
                  <a:srgbClr val="BC741D"/>
                </a:solidFill>
                <a:latin typeface="Liberation Sans"/>
                <a:ea typeface="Liberation Sans"/>
                <a:cs typeface="Liberation Sans"/>
              </a:defRPr>
            </a:lvl4pPr>
            <a:lvl5pPr>
              <a:defRPr sz="1425" b="1">
                <a:solidFill>
                  <a:srgbClr val="BC741D"/>
                </a:solidFill>
                <a:latin typeface="Liberation Sans"/>
                <a:ea typeface="Liberation Sans"/>
                <a:cs typeface="Liberation Sans"/>
              </a:defRPr>
            </a:lvl5pPr>
            <a:lvl6pPr>
              <a:defRPr sz="1425" b="1">
                <a:solidFill>
                  <a:srgbClr val="BC741D"/>
                </a:solidFill>
                <a:latin typeface="Liberation Sans"/>
                <a:ea typeface="Liberation Sans"/>
                <a:cs typeface="Liberation Sans"/>
              </a:defRPr>
            </a:lvl6pPr>
            <a:lvl7pPr>
              <a:defRPr sz="1425" b="1">
                <a:solidFill>
                  <a:srgbClr val="BC741D"/>
                </a:solidFill>
                <a:latin typeface="Liberation Sans"/>
                <a:ea typeface="Liberation Sans"/>
                <a:cs typeface="Liberation Sans"/>
              </a:defRPr>
            </a:lvl7pPr>
            <a:lvl8pPr>
              <a:defRPr sz="1425" b="1">
                <a:solidFill>
                  <a:srgbClr val="BC741D"/>
                </a:solidFill>
                <a:latin typeface="Liberation Sans"/>
                <a:ea typeface="Liberation Sans"/>
                <a:cs typeface="Liberation Sans"/>
              </a:defRPr>
            </a:lvl8pPr>
            <a:lvl9pPr>
              <a:defRPr sz="1425" b="1">
                <a:solidFill>
                  <a:srgbClr val="BC741D"/>
                </a:solidFill>
                <a:latin typeface="Liberation Sans"/>
                <a:ea typeface="Liberation Sans"/>
                <a:cs typeface="Liberation Sans"/>
              </a:defRPr>
            </a:lvl9pPr>
          </a:lstStyle>
          <a:p xmlns:a="http://schemas.openxmlformats.org/drawingml/2006/main">
            <a:pPr>
              <a:defRPr sz="1425" b="1">
                <a:solidFill>
                  <a:srgbClr val="BC741D"/>
                </a:solidFill>
                <a:latin typeface="Liberation Sans"/>
                <a:ea typeface="Liberation Sans"/>
                <a:cs typeface="Liberation Sans"/>
              </a:defRPr>
            </a:pPr>
            <a:r>
              <a:rPr sz="1425" b="1">
                <a:solidFill>
                  <a:srgbClr val="BC741D"/>
                </a:solidFill>
                <a:latin typeface="Liberation Sans"/>
                <a:ea typeface="Liberation Sans"/>
                <a:cs typeface="Liberation Sans"/>
              </a:rPr>
              <a:t>Status and limit</a:t>
            </a:r>
          </a:p>
        </p:txBody>
      </p:sp>
      <p:sp>
        <p:nvSpPr>
          <p:cNvPr id="10" name="">
            <a:extLst xmlns:a="http://schemas.openxmlformats.org/drawingml/2006/main">
              <a:ext uri="{FF2B5EF4-FFF2-40B4-BE49-F238E27FC236}">
                <a16:creationId xmlns:a16="http://schemas.microsoft.com/office/drawing/2014/main" id="{C6D87E34-E1C8-45BD-A288-38828A22388C}"/>
              </a:ext>
            </a:extLst>
          </p:cNvPr>
          <p:cNvSpPr>
            <a:spLocks xmlns:a="http://schemas.openxmlformats.org/drawingml/2006/main" noGrp="1"/>
          </p:cNvSpPr>
          <p:nvPr/>
        </p:nvSpPr>
        <p:spPr>
          <a:xfrm xmlns:a="http://schemas.openxmlformats.org/drawingml/2006/main">
            <a:off x="666750" y="2076450"/>
            <a:ext cx="10668000" cy="6477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11" name="">
            <a:extLst xmlns:a="http://schemas.openxmlformats.org/drawingml/2006/main">
              <a:ext uri="{FF2B5EF4-FFF2-40B4-BE49-F238E27FC236}">
                <a16:creationId xmlns:a16="http://schemas.microsoft.com/office/drawing/2014/main" id="{E06F7F04-8BC6-457F-AB60-3FA677641EB3}"/>
              </a:ext>
            </a:extLst>
          </p:cNvPr>
          <p:cNvSpPr>
            <a:spLocks xmlns:a="http://schemas.openxmlformats.org/drawingml/2006/main" noGrp="1"/>
          </p:cNvSpPr>
          <p:nvPr/>
        </p:nvSpPr>
        <p:spPr>
          <a:xfrm xmlns:a="http://schemas.openxmlformats.org/drawingml/2006/main">
            <a:off x="742950" y="21621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1">
                <a:solidFill>
                  <a:srgbClr val="111A2E"/>
                </a:solidFill>
                <a:latin typeface="Liberation Sans"/>
                <a:ea typeface="Liberation Sans"/>
                <a:cs typeface="Liberation Sans"/>
              </a:defRPr>
            </a:defPPr>
            <a:lvl1pPr>
              <a:defRPr sz="1500" b="1">
                <a:solidFill>
                  <a:srgbClr val="111A2E"/>
                </a:solidFill>
                <a:latin typeface="Liberation Sans"/>
                <a:ea typeface="Liberation Sans"/>
                <a:cs typeface="Liberation Sans"/>
              </a:defRPr>
            </a:lvl1pPr>
            <a:lvl2pPr>
              <a:defRPr sz="1500" b="1">
                <a:solidFill>
                  <a:srgbClr val="111A2E"/>
                </a:solidFill>
                <a:latin typeface="Liberation Sans"/>
                <a:ea typeface="Liberation Sans"/>
                <a:cs typeface="Liberation Sans"/>
              </a:defRPr>
            </a:lvl2pPr>
            <a:lvl3pPr>
              <a:defRPr sz="1500" b="1">
                <a:solidFill>
                  <a:srgbClr val="111A2E"/>
                </a:solidFill>
                <a:latin typeface="Liberation Sans"/>
                <a:ea typeface="Liberation Sans"/>
                <a:cs typeface="Liberation Sans"/>
              </a:defRPr>
            </a:lvl3pPr>
            <a:lvl4pPr>
              <a:defRPr sz="1500" b="1">
                <a:solidFill>
                  <a:srgbClr val="111A2E"/>
                </a:solidFill>
                <a:latin typeface="Liberation Sans"/>
                <a:ea typeface="Liberation Sans"/>
                <a:cs typeface="Liberation Sans"/>
              </a:defRPr>
            </a:lvl4pPr>
            <a:lvl5pPr>
              <a:defRPr sz="1500" b="1">
                <a:solidFill>
                  <a:srgbClr val="111A2E"/>
                </a:solidFill>
                <a:latin typeface="Liberation Sans"/>
                <a:ea typeface="Liberation Sans"/>
                <a:cs typeface="Liberation Sans"/>
              </a:defRPr>
            </a:lvl5pPr>
            <a:lvl6pPr>
              <a:defRPr sz="1500" b="1">
                <a:solidFill>
                  <a:srgbClr val="111A2E"/>
                </a:solidFill>
                <a:latin typeface="Liberation Sans"/>
                <a:ea typeface="Liberation Sans"/>
                <a:cs typeface="Liberation Sans"/>
              </a:defRPr>
            </a:lvl6pPr>
            <a:lvl7pPr>
              <a:defRPr sz="1500" b="1">
                <a:solidFill>
                  <a:srgbClr val="111A2E"/>
                </a:solidFill>
                <a:latin typeface="Liberation Sans"/>
                <a:ea typeface="Liberation Sans"/>
                <a:cs typeface="Liberation Sans"/>
              </a:defRPr>
            </a:lvl7pPr>
            <a:lvl8pPr>
              <a:defRPr sz="1500" b="1">
                <a:solidFill>
                  <a:srgbClr val="111A2E"/>
                </a:solidFill>
                <a:latin typeface="Liberation Sans"/>
                <a:ea typeface="Liberation Sans"/>
                <a:cs typeface="Liberation Sans"/>
              </a:defRPr>
            </a:lvl8pPr>
            <a:lvl9pPr>
              <a:defRPr sz="1500" b="1">
                <a:solidFill>
                  <a:srgbClr val="111A2E"/>
                </a:solidFill>
                <a:latin typeface="Liberation Sans"/>
                <a:ea typeface="Liberation Sans"/>
                <a:cs typeface="Liberation Sans"/>
              </a:defRPr>
            </a:lvl9pPr>
          </a:lstStyle>
          <a:p xmlns:a="http://schemas.openxmlformats.org/drawingml/2006/main">
            <a:pPr>
              <a:defRPr sz="1500" b="1">
                <a:solidFill>
                  <a:srgbClr val="111A2E"/>
                </a:solidFill>
                <a:latin typeface="Liberation Sans"/>
                <a:ea typeface="Liberation Sans"/>
                <a:cs typeface="Liberation Sans"/>
              </a:defRPr>
            </a:pPr>
            <a:r>
              <a:rPr sz="1500" b="1">
                <a:solidFill>
                  <a:srgbClr val="111A2E"/>
                </a:solidFill>
                <a:latin typeface="Liberation Sans"/>
                <a:ea typeface="Liberation Sans"/>
                <a:cs typeface="Liberation Sans"/>
              </a:rPr>
              <a:t>R0 Chang</a:t>
            </a:r>
          </a:p>
        </p:txBody>
      </p:sp>
      <p:sp>
        <p:nvSpPr>
          <p:cNvPr id="12" name="">
            <a:extLst xmlns:a="http://schemas.openxmlformats.org/drawingml/2006/main">
              <a:ext uri="{FF2B5EF4-FFF2-40B4-BE49-F238E27FC236}">
                <a16:creationId xmlns:a16="http://schemas.microsoft.com/office/drawing/2014/main" id="{41AFF759-1744-4B40-AD33-B12407C98ED3}"/>
              </a:ext>
            </a:extLst>
          </p:cNvPr>
          <p:cNvSpPr>
            <a:spLocks xmlns:a="http://schemas.openxmlformats.org/drawingml/2006/main" noGrp="1"/>
          </p:cNvSpPr>
          <p:nvPr/>
        </p:nvSpPr>
        <p:spPr>
          <a:xfrm xmlns:a="http://schemas.openxmlformats.org/drawingml/2006/main">
            <a:off x="2838450" y="2162175"/>
            <a:ext cx="4238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What / where / how scope</a:t>
            </a:r>
          </a:p>
        </p:txBody>
      </p:sp>
      <p:sp>
        <p:nvSpPr>
          <p:cNvPr id="13" name="">
            <a:extLst xmlns:a="http://schemas.openxmlformats.org/drawingml/2006/main">
              <a:ext uri="{FF2B5EF4-FFF2-40B4-BE49-F238E27FC236}">
                <a16:creationId xmlns:a16="http://schemas.microsoft.com/office/drawing/2014/main" id="{80DACF44-7D91-45ED-8061-98A6929EE7BB}"/>
              </a:ext>
            </a:extLst>
          </p:cNvPr>
          <p:cNvSpPr>
            <a:spLocks xmlns:a="http://schemas.openxmlformats.org/drawingml/2006/main" noGrp="1"/>
          </p:cNvSpPr>
          <p:nvPr/>
        </p:nvSpPr>
        <p:spPr>
          <a:xfrm xmlns:a="http://schemas.openxmlformats.org/drawingml/2006/main">
            <a:off x="7219950" y="2162175"/>
            <a:ext cx="3905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Motivation; limited subset</a:t>
            </a:r>
          </a:p>
        </p:txBody>
      </p:sp>
      <p:sp>
        <p:nvSpPr>
          <p:cNvPr id="14" name="">
            <a:extLst xmlns:a="http://schemas.openxmlformats.org/drawingml/2006/main">
              <a:ext uri="{FF2B5EF4-FFF2-40B4-BE49-F238E27FC236}">
                <a16:creationId xmlns:a16="http://schemas.microsoft.com/office/drawing/2014/main" id="{AEBFC339-281A-4A92-96F5-0BF8D5042224}"/>
              </a:ext>
            </a:extLst>
          </p:cNvPr>
          <p:cNvSpPr>
            <a:spLocks xmlns:a="http://schemas.openxmlformats.org/drawingml/2006/main" noGrp="1"/>
          </p:cNvSpPr>
          <p:nvPr/>
        </p:nvSpPr>
        <p:spPr>
          <a:xfrm xmlns:a="http://schemas.openxmlformats.org/drawingml/2006/main">
            <a:off x="666750" y="2800350"/>
            <a:ext cx="10668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4DCE7"/>
            </a:solidFill>
            <a:prstDash val="solid"/>
          </a:ln>
        </p:spPr>
      </p:sp>
      <p:sp>
        <p:nvSpPr>
          <p:cNvPr id="15" name="">
            <a:extLst xmlns:a="http://schemas.openxmlformats.org/drawingml/2006/main">
              <a:ext uri="{FF2B5EF4-FFF2-40B4-BE49-F238E27FC236}">
                <a16:creationId xmlns:a16="http://schemas.microsoft.com/office/drawing/2014/main" id="{389F0C56-32A1-430C-8894-F2829D2C92DD}"/>
              </a:ext>
            </a:extLst>
          </p:cNvPr>
          <p:cNvSpPr>
            <a:spLocks xmlns:a="http://schemas.openxmlformats.org/drawingml/2006/main" noGrp="1"/>
          </p:cNvSpPr>
          <p:nvPr/>
        </p:nvSpPr>
        <p:spPr>
          <a:xfrm xmlns:a="http://schemas.openxmlformats.org/drawingml/2006/main">
            <a:off x="742950" y="28860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1">
                <a:solidFill>
                  <a:srgbClr val="111A2E"/>
                </a:solidFill>
                <a:latin typeface="Liberation Sans"/>
                <a:ea typeface="Liberation Sans"/>
                <a:cs typeface="Liberation Sans"/>
              </a:defRPr>
            </a:defPPr>
            <a:lvl1pPr>
              <a:defRPr sz="1500" b="1">
                <a:solidFill>
                  <a:srgbClr val="111A2E"/>
                </a:solidFill>
                <a:latin typeface="Liberation Sans"/>
                <a:ea typeface="Liberation Sans"/>
                <a:cs typeface="Liberation Sans"/>
              </a:defRPr>
            </a:lvl1pPr>
            <a:lvl2pPr>
              <a:defRPr sz="1500" b="1">
                <a:solidFill>
                  <a:srgbClr val="111A2E"/>
                </a:solidFill>
                <a:latin typeface="Liberation Sans"/>
                <a:ea typeface="Liberation Sans"/>
                <a:cs typeface="Liberation Sans"/>
              </a:defRPr>
            </a:lvl2pPr>
            <a:lvl3pPr>
              <a:defRPr sz="1500" b="1">
                <a:solidFill>
                  <a:srgbClr val="111A2E"/>
                </a:solidFill>
                <a:latin typeface="Liberation Sans"/>
                <a:ea typeface="Liberation Sans"/>
                <a:cs typeface="Liberation Sans"/>
              </a:defRPr>
            </a:lvl3pPr>
            <a:lvl4pPr>
              <a:defRPr sz="1500" b="1">
                <a:solidFill>
                  <a:srgbClr val="111A2E"/>
                </a:solidFill>
                <a:latin typeface="Liberation Sans"/>
                <a:ea typeface="Liberation Sans"/>
                <a:cs typeface="Liberation Sans"/>
              </a:defRPr>
            </a:lvl4pPr>
            <a:lvl5pPr>
              <a:defRPr sz="1500" b="1">
                <a:solidFill>
                  <a:srgbClr val="111A2E"/>
                </a:solidFill>
                <a:latin typeface="Liberation Sans"/>
                <a:ea typeface="Liberation Sans"/>
                <a:cs typeface="Liberation Sans"/>
              </a:defRPr>
            </a:lvl5pPr>
            <a:lvl6pPr>
              <a:defRPr sz="1500" b="1">
                <a:solidFill>
                  <a:srgbClr val="111A2E"/>
                </a:solidFill>
                <a:latin typeface="Liberation Sans"/>
                <a:ea typeface="Liberation Sans"/>
                <a:cs typeface="Liberation Sans"/>
              </a:defRPr>
            </a:lvl6pPr>
            <a:lvl7pPr>
              <a:defRPr sz="1500" b="1">
                <a:solidFill>
                  <a:srgbClr val="111A2E"/>
                </a:solidFill>
                <a:latin typeface="Liberation Sans"/>
                <a:ea typeface="Liberation Sans"/>
                <a:cs typeface="Liberation Sans"/>
              </a:defRPr>
            </a:lvl7pPr>
            <a:lvl8pPr>
              <a:defRPr sz="1500" b="1">
                <a:solidFill>
                  <a:srgbClr val="111A2E"/>
                </a:solidFill>
                <a:latin typeface="Liberation Sans"/>
                <a:ea typeface="Liberation Sans"/>
                <a:cs typeface="Liberation Sans"/>
              </a:defRPr>
            </a:lvl8pPr>
            <a:lvl9pPr>
              <a:defRPr sz="1500" b="1">
                <a:solidFill>
                  <a:srgbClr val="111A2E"/>
                </a:solidFill>
                <a:latin typeface="Liberation Sans"/>
                <a:ea typeface="Liberation Sans"/>
                <a:cs typeface="Liberation Sans"/>
              </a:defRPr>
            </a:lvl9pPr>
          </a:lstStyle>
          <a:p xmlns:a="http://schemas.openxmlformats.org/drawingml/2006/main">
            <a:pPr>
              <a:defRPr sz="1500" b="1">
                <a:solidFill>
                  <a:srgbClr val="111A2E"/>
                </a:solidFill>
                <a:latin typeface="Liberation Sans"/>
                <a:ea typeface="Liberation Sans"/>
                <a:cs typeface="Liberation Sans"/>
              </a:defRPr>
            </a:pPr>
            <a:r>
              <a:rPr sz="1500" b="1">
                <a:solidFill>
                  <a:srgbClr val="111A2E"/>
                </a:solidFill>
                <a:latin typeface="Liberation Sans"/>
                <a:ea typeface="Liberation Sans"/>
                <a:cs typeface="Liberation Sans"/>
              </a:rPr>
              <a:t>R1 HELM</a:t>
            </a:r>
          </a:p>
        </p:txBody>
      </p:sp>
      <p:sp>
        <p:nvSpPr>
          <p:cNvPr id="16" name="">
            <a:extLst xmlns:a="http://schemas.openxmlformats.org/drawingml/2006/main">
              <a:ext uri="{FF2B5EF4-FFF2-40B4-BE49-F238E27FC236}">
                <a16:creationId xmlns:a16="http://schemas.microsoft.com/office/drawing/2014/main" id="{0596BFA5-8479-4D44-B783-EDB7787587FA}"/>
              </a:ext>
            </a:extLst>
          </p:cNvPr>
          <p:cNvSpPr>
            <a:spLocks xmlns:a="http://schemas.openxmlformats.org/drawingml/2006/main" noGrp="1"/>
          </p:cNvSpPr>
          <p:nvPr/>
        </p:nvSpPr>
        <p:spPr>
          <a:xfrm xmlns:a="http://schemas.openxmlformats.org/drawingml/2006/main">
            <a:off x="2838450" y="2886075"/>
            <a:ext cx="4238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Separate quality, coverage and failures</a:t>
            </a:r>
          </a:p>
        </p:txBody>
      </p:sp>
      <p:sp>
        <p:nvSpPr>
          <p:cNvPr id="17" name="">
            <a:extLst xmlns:a="http://schemas.openxmlformats.org/drawingml/2006/main">
              <a:ext uri="{FF2B5EF4-FFF2-40B4-BE49-F238E27FC236}">
                <a16:creationId xmlns:a16="http://schemas.microsoft.com/office/drawing/2014/main" id="{72CABB97-8D29-4F07-80C1-F688B98DF6D1}"/>
              </a:ext>
            </a:extLst>
          </p:cNvPr>
          <p:cNvSpPr>
            <a:spLocks xmlns:a="http://schemas.openxmlformats.org/drawingml/2006/main" noGrp="1"/>
          </p:cNvSpPr>
          <p:nvPr/>
        </p:nvSpPr>
        <p:spPr>
          <a:xfrm xmlns:a="http://schemas.openxmlformats.org/drawingml/2006/main">
            <a:off x="7219950" y="2886075"/>
            <a:ext cx="3905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Motivation; no HELM scenarios</a:t>
            </a:r>
          </a:p>
        </p:txBody>
      </p:sp>
      <p:sp>
        <p:nvSpPr>
          <p:cNvPr id="18" name="">
            <a:extLst xmlns:a="http://schemas.openxmlformats.org/drawingml/2006/main">
              <a:ext uri="{FF2B5EF4-FFF2-40B4-BE49-F238E27FC236}">
                <a16:creationId xmlns:a16="http://schemas.microsoft.com/office/drawing/2014/main" id="{217E92E5-69BF-4049-A1BA-EDD753CCE52A}"/>
              </a:ext>
            </a:extLst>
          </p:cNvPr>
          <p:cNvSpPr>
            <a:spLocks xmlns:a="http://schemas.openxmlformats.org/drawingml/2006/main" noGrp="1"/>
          </p:cNvSpPr>
          <p:nvPr/>
        </p:nvSpPr>
        <p:spPr>
          <a:xfrm xmlns:a="http://schemas.openxmlformats.org/drawingml/2006/main">
            <a:off x="666750" y="3524250"/>
            <a:ext cx="10668000" cy="6477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19" name="">
            <a:extLst xmlns:a="http://schemas.openxmlformats.org/drawingml/2006/main">
              <a:ext uri="{FF2B5EF4-FFF2-40B4-BE49-F238E27FC236}">
                <a16:creationId xmlns:a16="http://schemas.microsoft.com/office/drawing/2014/main" id="{4FA91074-ADF4-44F1-ABAB-4327FC481E56}"/>
              </a:ext>
            </a:extLst>
          </p:cNvPr>
          <p:cNvSpPr>
            <a:spLocks xmlns:a="http://schemas.openxmlformats.org/drawingml/2006/main" noGrp="1"/>
          </p:cNvSpPr>
          <p:nvPr/>
        </p:nvSpPr>
        <p:spPr>
          <a:xfrm xmlns:a="http://schemas.openxmlformats.org/drawingml/2006/main">
            <a:off x="742950" y="36099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1">
                <a:solidFill>
                  <a:srgbClr val="111A2E"/>
                </a:solidFill>
                <a:latin typeface="Liberation Sans"/>
                <a:ea typeface="Liberation Sans"/>
                <a:cs typeface="Liberation Sans"/>
              </a:defRPr>
            </a:defPPr>
            <a:lvl1pPr>
              <a:defRPr sz="1500" b="1">
                <a:solidFill>
                  <a:srgbClr val="111A2E"/>
                </a:solidFill>
                <a:latin typeface="Liberation Sans"/>
                <a:ea typeface="Liberation Sans"/>
                <a:cs typeface="Liberation Sans"/>
              </a:defRPr>
            </a:lvl1pPr>
            <a:lvl2pPr>
              <a:defRPr sz="1500" b="1">
                <a:solidFill>
                  <a:srgbClr val="111A2E"/>
                </a:solidFill>
                <a:latin typeface="Liberation Sans"/>
                <a:ea typeface="Liberation Sans"/>
                <a:cs typeface="Liberation Sans"/>
              </a:defRPr>
            </a:lvl2pPr>
            <a:lvl3pPr>
              <a:defRPr sz="1500" b="1">
                <a:solidFill>
                  <a:srgbClr val="111A2E"/>
                </a:solidFill>
                <a:latin typeface="Liberation Sans"/>
                <a:ea typeface="Liberation Sans"/>
                <a:cs typeface="Liberation Sans"/>
              </a:defRPr>
            </a:lvl3pPr>
            <a:lvl4pPr>
              <a:defRPr sz="1500" b="1">
                <a:solidFill>
                  <a:srgbClr val="111A2E"/>
                </a:solidFill>
                <a:latin typeface="Liberation Sans"/>
                <a:ea typeface="Liberation Sans"/>
                <a:cs typeface="Liberation Sans"/>
              </a:defRPr>
            </a:lvl4pPr>
            <a:lvl5pPr>
              <a:defRPr sz="1500" b="1">
                <a:solidFill>
                  <a:srgbClr val="111A2E"/>
                </a:solidFill>
                <a:latin typeface="Liberation Sans"/>
                <a:ea typeface="Liberation Sans"/>
                <a:cs typeface="Liberation Sans"/>
              </a:defRPr>
            </a:lvl5pPr>
            <a:lvl6pPr>
              <a:defRPr sz="1500" b="1">
                <a:solidFill>
                  <a:srgbClr val="111A2E"/>
                </a:solidFill>
                <a:latin typeface="Liberation Sans"/>
                <a:ea typeface="Liberation Sans"/>
                <a:cs typeface="Liberation Sans"/>
              </a:defRPr>
            </a:lvl6pPr>
            <a:lvl7pPr>
              <a:defRPr sz="1500" b="1">
                <a:solidFill>
                  <a:srgbClr val="111A2E"/>
                </a:solidFill>
                <a:latin typeface="Liberation Sans"/>
                <a:ea typeface="Liberation Sans"/>
                <a:cs typeface="Liberation Sans"/>
              </a:defRPr>
            </a:lvl7pPr>
            <a:lvl8pPr>
              <a:defRPr sz="1500" b="1">
                <a:solidFill>
                  <a:srgbClr val="111A2E"/>
                </a:solidFill>
                <a:latin typeface="Liberation Sans"/>
                <a:ea typeface="Liberation Sans"/>
                <a:cs typeface="Liberation Sans"/>
              </a:defRPr>
            </a:lvl8pPr>
            <a:lvl9pPr>
              <a:defRPr sz="1500" b="1">
                <a:solidFill>
                  <a:srgbClr val="111A2E"/>
                </a:solidFill>
                <a:latin typeface="Liberation Sans"/>
                <a:ea typeface="Liberation Sans"/>
                <a:cs typeface="Liberation Sans"/>
              </a:defRPr>
            </a:lvl9pPr>
          </a:lstStyle>
          <a:p xmlns:a="http://schemas.openxmlformats.org/drawingml/2006/main">
            <a:pPr>
              <a:defRPr sz="1500" b="1">
                <a:solidFill>
                  <a:srgbClr val="111A2E"/>
                </a:solidFill>
                <a:latin typeface="Liberation Sans"/>
                <a:ea typeface="Liberation Sans"/>
                <a:cs typeface="Liberation Sans"/>
              </a:defRPr>
            </a:pPr>
            <a:r>
              <a:rPr sz="1500" b="1">
                <a:solidFill>
                  <a:srgbClr val="111A2E"/>
                </a:solidFill>
                <a:latin typeface="Liberation Sans"/>
                <a:ea typeface="Liberation Sans"/>
                <a:cs typeface="Liberation Sans"/>
              </a:rPr>
              <a:t>R2 IFEval</a:t>
            </a:r>
          </a:p>
        </p:txBody>
      </p:sp>
      <p:sp>
        <p:nvSpPr>
          <p:cNvPr id="20" name="">
            <a:extLst xmlns:a="http://schemas.openxmlformats.org/drawingml/2006/main">
              <a:ext uri="{FF2B5EF4-FFF2-40B4-BE49-F238E27FC236}">
                <a16:creationId xmlns:a16="http://schemas.microsoft.com/office/drawing/2014/main" id="{2C777F37-7D14-44AE-935E-F23AFDF93D54}"/>
              </a:ext>
            </a:extLst>
          </p:cNvPr>
          <p:cNvSpPr>
            <a:spLocks xmlns:a="http://schemas.openxmlformats.org/drawingml/2006/main" noGrp="1"/>
          </p:cNvSpPr>
          <p:nvPr/>
        </p:nvSpPr>
        <p:spPr>
          <a:xfrm xmlns:a="http://schemas.openxmlformats.org/drawingml/2006/main">
            <a:off x="2838450" y="3609975"/>
            <a:ext cx="4238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Declared deterministic instruction checks</a:t>
            </a:r>
          </a:p>
        </p:txBody>
      </p:sp>
      <p:sp>
        <p:nvSpPr>
          <p:cNvPr id="21" name="">
            <a:extLst xmlns:a="http://schemas.openxmlformats.org/drawingml/2006/main">
              <a:ext uri="{FF2B5EF4-FFF2-40B4-BE49-F238E27FC236}">
                <a16:creationId xmlns:a16="http://schemas.microsoft.com/office/drawing/2014/main" id="{A72F546B-53D7-434F-9429-79C8880DBAEF}"/>
              </a:ext>
            </a:extLst>
          </p:cNvPr>
          <p:cNvSpPr>
            <a:spLocks xmlns:a="http://schemas.openxmlformats.org/drawingml/2006/main" noGrp="1"/>
          </p:cNvSpPr>
          <p:nvPr/>
        </p:nvSpPr>
        <p:spPr>
          <a:xfrm xmlns:a="http://schemas.openxmlformats.org/drawingml/2006/main">
            <a:off x="7219950" y="3609975"/>
            <a:ext cx="3905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Adaptation; no official IFEval score</a:t>
            </a:r>
          </a:p>
        </p:txBody>
      </p:sp>
      <p:sp>
        <p:nvSpPr>
          <p:cNvPr id="22" name="">
            <a:extLst xmlns:a="http://schemas.openxmlformats.org/drawingml/2006/main">
              <a:ext uri="{FF2B5EF4-FFF2-40B4-BE49-F238E27FC236}">
                <a16:creationId xmlns:a16="http://schemas.microsoft.com/office/drawing/2014/main" id="{06EA9A8B-E549-4ECC-8BF6-A9F95A65D6CF}"/>
              </a:ext>
            </a:extLst>
          </p:cNvPr>
          <p:cNvSpPr>
            <a:spLocks xmlns:a="http://schemas.openxmlformats.org/drawingml/2006/main" noGrp="1"/>
          </p:cNvSpPr>
          <p:nvPr/>
        </p:nvSpPr>
        <p:spPr>
          <a:xfrm xmlns:a="http://schemas.openxmlformats.org/drawingml/2006/main">
            <a:off x="666750" y="4248150"/>
            <a:ext cx="10668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4DCE7"/>
            </a:solidFill>
            <a:prstDash val="solid"/>
          </a:ln>
        </p:spPr>
      </p:sp>
      <p:sp>
        <p:nvSpPr>
          <p:cNvPr id="23" name="">
            <a:extLst xmlns:a="http://schemas.openxmlformats.org/drawingml/2006/main">
              <a:ext uri="{FF2B5EF4-FFF2-40B4-BE49-F238E27FC236}">
                <a16:creationId xmlns:a16="http://schemas.microsoft.com/office/drawing/2014/main" id="{03445E00-C43C-400A-B56A-C4D94F4B39FC}"/>
              </a:ext>
            </a:extLst>
          </p:cNvPr>
          <p:cNvSpPr>
            <a:spLocks xmlns:a="http://schemas.openxmlformats.org/drawingml/2006/main" noGrp="1"/>
          </p:cNvSpPr>
          <p:nvPr/>
        </p:nvSpPr>
        <p:spPr>
          <a:xfrm xmlns:a="http://schemas.openxmlformats.org/drawingml/2006/main">
            <a:off x="742950" y="4333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1">
                <a:solidFill>
                  <a:srgbClr val="111A2E"/>
                </a:solidFill>
                <a:latin typeface="Liberation Sans"/>
                <a:ea typeface="Liberation Sans"/>
                <a:cs typeface="Liberation Sans"/>
              </a:defRPr>
            </a:defPPr>
            <a:lvl1pPr>
              <a:defRPr sz="1500" b="1">
                <a:solidFill>
                  <a:srgbClr val="111A2E"/>
                </a:solidFill>
                <a:latin typeface="Liberation Sans"/>
                <a:ea typeface="Liberation Sans"/>
                <a:cs typeface="Liberation Sans"/>
              </a:defRPr>
            </a:lvl1pPr>
            <a:lvl2pPr>
              <a:defRPr sz="1500" b="1">
                <a:solidFill>
                  <a:srgbClr val="111A2E"/>
                </a:solidFill>
                <a:latin typeface="Liberation Sans"/>
                <a:ea typeface="Liberation Sans"/>
                <a:cs typeface="Liberation Sans"/>
              </a:defRPr>
            </a:lvl2pPr>
            <a:lvl3pPr>
              <a:defRPr sz="1500" b="1">
                <a:solidFill>
                  <a:srgbClr val="111A2E"/>
                </a:solidFill>
                <a:latin typeface="Liberation Sans"/>
                <a:ea typeface="Liberation Sans"/>
                <a:cs typeface="Liberation Sans"/>
              </a:defRPr>
            </a:lvl3pPr>
            <a:lvl4pPr>
              <a:defRPr sz="1500" b="1">
                <a:solidFill>
                  <a:srgbClr val="111A2E"/>
                </a:solidFill>
                <a:latin typeface="Liberation Sans"/>
                <a:ea typeface="Liberation Sans"/>
                <a:cs typeface="Liberation Sans"/>
              </a:defRPr>
            </a:lvl4pPr>
            <a:lvl5pPr>
              <a:defRPr sz="1500" b="1">
                <a:solidFill>
                  <a:srgbClr val="111A2E"/>
                </a:solidFill>
                <a:latin typeface="Liberation Sans"/>
                <a:ea typeface="Liberation Sans"/>
                <a:cs typeface="Liberation Sans"/>
              </a:defRPr>
            </a:lvl5pPr>
            <a:lvl6pPr>
              <a:defRPr sz="1500" b="1">
                <a:solidFill>
                  <a:srgbClr val="111A2E"/>
                </a:solidFill>
                <a:latin typeface="Liberation Sans"/>
                <a:ea typeface="Liberation Sans"/>
                <a:cs typeface="Liberation Sans"/>
              </a:defRPr>
            </a:lvl6pPr>
            <a:lvl7pPr>
              <a:defRPr sz="1500" b="1">
                <a:solidFill>
                  <a:srgbClr val="111A2E"/>
                </a:solidFill>
                <a:latin typeface="Liberation Sans"/>
                <a:ea typeface="Liberation Sans"/>
                <a:cs typeface="Liberation Sans"/>
              </a:defRPr>
            </a:lvl7pPr>
            <a:lvl8pPr>
              <a:defRPr sz="1500" b="1">
                <a:solidFill>
                  <a:srgbClr val="111A2E"/>
                </a:solidFill>
                <a:latin typeface="Liberation Sans"/>
                <a:ea typeface="Liberation Sans"/>
                <a:cs typeface="Liberation Sans"/>
              </a:defRPr>
            </a:lvl8pPr>
            <a:lvl9pPr>
              <a:defRPr sz="1500" b="1">
                <a:solidFill>
                  <a:srgbClr val="111A2E"/>
                </a:solidFill>
                <a:latin typeface="Liberation Sans"/>
                <a:ea typeface="Liberation Sans"/>
                <a:cs typeface="Liberation Sans"/>
              </a:defRPr>
            </a:lvl9pPr>
          </a:lstStyle>
          <a:p xmlns:a="http://schemas.openxmlformats.org/drawingml/2006/main">
            <a:pPr>
              <a:defRPr sz="1500" b="1">
                <a:solidFill>
                  <a:srgbClr val="111A2E"/>
                </a:solidFill>
                <a:latin typeface="Liberation Sans"/>
                <a:ea typeface="Liberation Sans"/>
                <a:cs typeface="Liberation Sans"/>
              </a:defRPr>
            </a:pPr>
            <a:r>
              <a:rPr sz="1500" b="1">
                <a:solidFill>
                  <a:srgbClr val="111A2E"/>
                </a:solidFill>
                <a:latin typeface="Liberation Sans"/>
                <a:ea typeface="Liberation Sans"/>
                <a:cs typeface="Liberation Sans"/>
              </a:rPr>
              <a:t>R3 Dror</a:t>
            </a:r>
          </a:p>
        </p:txBody>
      </p:sp>
      <p:sp>
        <p:nvSpPr>
          <p:cNvPr id="24" name="">
            <a:extLst xmlns:a="http://schemas.openxmlformats.org/drawingml/2006/main">
              <a:ext uri="{FF2B5EF4-FFF2-40B4-BE49-F238E27FC236}">
                <a16:creationId xmlns:a16="http://schemas.microsoft.com/office/drawing/2014/main" id="{F272ED28-65B5-43A6-A687-7E9D73BBDDC3}"/>
              </a:ext>
            </a:extLst>
          </p:cNvPr>
          <p:cNvSpPr>
            <a:spLocks xmlns:a="http://schemas.openxmlformats.org/drawingml/2006/main" noGrp="1"/>
          </p:cNvSpPr>
          <p:nvPr/>
        </p:nvSpPr>
        <p:spPr>
          <a:xfrm xmlns:a="http://schemas.openxmlformats.org/drawingml/2006/main">
            <a:off x="2838450" y="4333875"/>
            <a:ext cx="4238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Paired family resampling</a:t>
            </a:r>
          </a:p>
        </p:txBody>
      </p:sp>
      <p:sp>
        <p:nvSpPr>
          <p:cNvPr id="25" name="">
            <a:extLst xmlns:a="http://schemas.openxmlformats.org/drawingml/2006/main">
              <a:ext uri="{FF2B5EF4-FFF2-40B4-BE49-F238E27FC236}">
                <a16:creationId xmlns:a16="http://schemas.microsoft.com/office/drawing/2014/main" id="{D4F942F0-DBC5-420D-AEC1-507EC6D2F261}"/>
              </a:ext>
            </a:extLst>
          </p:cNvPr>
          <p:cNvSpPr>
            <a:spLocks xmlns:a="http://schemas.openxmlformats.org/drawingml/2006/main" noGrp="1"/>
          </p:cNvSpPr>
          <p:nvPr/>
        </p:nvSpPr>
        <p:spPr>
          <a:xfrm xmlns:a="http://schemas.openxmlformats.org/drawingml/2006/main">
            <a:off x="7219950" y="4333875"/>
            <a:ext cx="3905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Motivation; local bootstrap policy</a:t>
            </a:r>
          </a:p>
        </p:txBody>
      </p:sp>
      <p:sp>
        <p:nvSpPr>
          <p:cNvPr id="26" name="">
            <a:extLst xmlns:a="http://schemas.openxmlformats.org/drawingml/2006/main">
              <a:ext uri="{FF2B5EF4-FFF2-40B4-BE49-F238E27FC236}">
                <a16:creationId xmlns:a16="http://schemas.microsoft.com/office/drawing/2014/main" id="{E1968C6C-6565-42FF-8649-5D591DAABB0E}"/>
              </a:ext>
            </a:extLst>
          </p:cNvPr>
          <p:cNvSpPr>
            <a:spLocks xmlns:a="http://schemas.openxmlformats.org/drawingml/2006/main" noGrp="1"/>
          </p:cNvSpPr>
          <p:nvPr/>
        </p:nvSpPr>
        <p:spPr>
          <a:xfrm xmlns:a="http://schemas.openxmlformats.org/drawingml/2006/main">
            <a:off x="666750" y="4972050"/>
            <a:ext cx="10668000" cy="6477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27" name="">
            <a:extLst xmlns:a="http://schemas.openxmlformats.org/drawingml/2006/main">
              <a:ext uri="{FF2B5EF4-FFF2-40B4-BE49-F238E27FC236}">
                <a16:creationId xmlns:a16="http://schemas.microsoft.com/office/drawing/2014/main" id="{751D581A-C3EB-433E-8F0D-1A0084587F9C}"/>
              </a:ext>
            </a:extLst>
          </p:cNvPr>
          <p:cNvSpPr>
            <a:spLocks xmlns:a="http://schemas.openxmlformats.org/drawingml/2006/main" noGrp="1"/>
          </p:cNvSpPr>
          <p:nvPr/>
        </p:nvSpPr>
        <p:spPr>
          <a:xfrm xmlns:a="http://schemas.openxmlformats.org/drawingml/2006/main">
            <a:off x="742950" y="50577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1">
                <a:solidFill>
                  <a:srgbClr val="111A2E"/>
                </a:solidFill>
                <a:latin typeface="Liberation Sans"/>
                <a:ea typeface="Liberation Sans"/>
                <a:cs typeface="Liberation Sans"/>
              </a:defRPr>
            </a:defPPr>
            <a:lvl1pPr>
              <a:defRPr sz="1500" b="1">
                <a:solidFill>
                  <a:srgbClr val="111A2E"/>
                </a:solidFill>
                <a:latin typeface="Liberation Sans"/>
                <a:ea typeface="Liberation Sans"/>
                <a:cs typeface="Liberation Sans"/>
              </a:defRPr>
            </a:lvl1pPr>
            <a:lvl2pPr>
              <a:defRPr sz="1500" b="1">
                <a:solidFill>
                  <a:srgbClr val="111A2E"/>
                </a:solidFill>
                <a:latin typeface="Liberation Sans"/>
                <a:ea typeface="Liberation Sans"/>
                <a:cs typeface="Liberation Sans"/>
              </a:defRPr>
            </a:lvl2pPr>
            <a:lvl3pPr>
              <a:defRPr sz="1500" b="1">
                <a:solidFill>
                  <a:srgbClr val="111A2E"/>
                </a:solidFill>
                <a:latin typeface="Liberation Sans"/>
                <a:ea typeface="Liberation Sans"/>
                <a:cs typeface="Liberation Sans"/>
              </a:defRPr>
            </a:lvl3pPr>
            <a:lvl4pPr>
              <a:defRPr sz="1500" b="1">
                <a:solidFill>
                  <a:srgbClr val="111A2E"/>
                </a:solidFill>
                <a:latin typeface="Liberation Sans"/>
                <a:ea typeface="Liberation Sans"/>
                <a:cs typeface="Liberation Sans"/>
              </a:defRPr>
            </a:lvl4pPr>
            <a:lvl5pPr>
              <a:defRPr sz="1500" b="1">
                <a:solidFill>
                  <a:srgbClr val="111A2E"/>
                </a:solidFill>
                <a:latin typeface="Liberation Sans"/>
                <a:ea typeface="Liberation Sans"/>
                <a:cs typeface="Liberation Sans"/>
              </a:defRPr>
            </a:lvl5pPr>
            <a:lvl6pPr>
              <a:defRPr sz="1500" b="1">
                <a:solidFill>
                  <a:srgbClr val="111A2E"/>
                </a:solidFill>
                <a:latin typeface="Liberation Sans"/>
                <a:ea typeface="Liberation Sans"/>
                <a:cs typeface="Liberation Sans"/>
              </a:defRPr>
            </a:lvl6pPr>
            <a:lvl7pPr>
              <a:defRPr sz="1500" b="1">
                <a:solidFill>
                  <a:srgbClr val="111A2E"/>
                </a:solidFill>
                <a:latin typeface="Liberation Sans"/>
                <a:ea typeface="Liberation Sans"/>
                <a:cs typeface="Liberation Sans"/>
              </a:defRPr>
            </a:lvl7pPr>
            <a:lvl8pPr>
              <a:defRPr sz="1500" b="1">
                <a:solidFill>
                  <a:srgbClr val="111A2E"/>
                </a:solidFill>
                <a:latin typeface="Liberation Sans"/>
                <a:ea typeface="Liberation Sans"/>
                <a:cs typeface="Liberation Sans"/>
              </a:defRPr>
            </a:lvl8pPr>
            <a:lvl9pPr>
              <a:defRPr sz="1500" b="1">
                <a:solidFill>
                  <a:srgbClr val="111A2E"/>
                </a:solidFill>
                <a:latin typeface="Liberation Sans"/>
                <a:ea typeface="Liberation Sans"/>
                <a:cs typeface="Liberation Sans"/>
              </a:defRPr>
            </a:lvl9pPr>
          </a:lstStyle>
          <a:p xmlns:a="http://schemas.openxmlformats.org/drawingml/2006/main">
            <a:pPr>
              <a:defRPr sz="1500" b="1">
                <a:solidFill>
                  <a:srgbClr val="111A2E"/>
                </a:solidFill>
                <a:latin typeface="Liberation Sans"/>
                <a:ea typeface="Liberation Sans"/>
                <a:cs typeface="Liberation Sans"/>
              </a:defRPr>
            </a:pPr>
            <a:r>
              <a:rPr sz="1500" b="1">
                <a:solidFill>
                  <a:srgbClr val="111A2E"/>
                </a:solidFill>
                <a:latin typeface="Liberation Sans"/>
                <a:ea typeface="Liberation Sans"/>
                <a:cs typeface="Liberation Sans"/>
              </a:rPr>
              <a:t>R4 Zheng</a:t>
            </a:r>
          </a:p>
        </p:txBody>
      </p:sp>
      <p:sp>
        <p:nvSpPr>
          <p:cNvPr id="28" name="">
            <a:extLst xmlns:a="http://schemas.openxmlformats.org/drawingml/2006/main">
              <a:ext uri="{FF2B5EF4-FFF2-40B4-BE49-F238E27FC236}">
                <a16:creationId xmlns:a16="http://schemas.microsoft.com/office/drawing/2014/main" id="{1AFAE1AB-4DA1-49D6-A973-2DC8A904AE05}"/>
              </a:ext>
            </a:extLst>
          </p:cNvPr>
          <p:cNvSpPr>
            <a:spLocks xmlns:a="http://schemas.openxmlformats.org/drawingml/2006/main" noGrp="1"/>
          </p:cNvSpPr>
          <p:nvPr/>
        </p:nvSpPr>
        <p:spPr>
          <a:xfrm xmlns:a="http://schemas.openxmlformats.org/drawingml/2006/main">
            <a:off x="2838450" y="5057775"/>
            <a:ext cx="4238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Blinded A/B human review</a:t>
            </a:r>
          </a:p>
        </p:txBody>
      </p:sp>
      <p:sp>
        <p:nvSpPr>
          <p:cNvPr id="29" name="">
            <a:extLst xmlns:a="http://schemas.openxmlformats.org/drawingml/2006/main">
              <a:ext uri="{FF2B5EF4-FFF2-40B4-BE49-F238E27FC236}">
                <a16:creationId xmlns:a16="http://schemas.microsoft.com/office/drawing/2014/main" id="{E11E0E4D-1E94-47BB-8462-E17DEC2EF935}"/>
              </a:ext>
            </a:extLst>
          </p:cNvPr>
          <p:cNvSpPr>
            <a:spLocks xmlns:a="http://schemas.openxmlformats.org/drawingml/2006/main" noGrp="1"/>
          </p:cNvSpPr>
          <p:nvPr/>
        </p:nvSpPr>
        <p:spPr>
          <a:xfrm xmlns:a="http://schemas.openxmlformats.org/drawingml/2006/main">
            <a:off x="7219950" y="5057775"/>
            <a:ext cx="3905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152238"/>
                </a:solidFill>
                <a:latin typeface="Liberation Sans"/>
                <a:ea typeface="Liberation Sans"/>
                <a:cs typeface="Liberation Sans"/>
              </a:defRPr>
            </a:defPPr>
            <a:lvl1pPr>
              <a:defRPr sz="1350" b="0">
                <a:solidFill>
                  <a:srgbClr val="152238"/>
                </a:solidFill>
                <a:latin typeface="Liberation Sans"/>
                <a:ea typeface="Liberation Sans"/>
                <a:cs typeface="Liberation Sans"/>
              </a:defRPr>
            </a:lvl1pPr>
            <a:lvl2pPr>
              <a:defRPr sz="1350" b="0">
                <a:solidFill>
                  <a:srgbClr val="152238"/>
                </a:solidFill>
                <a:latin typeface="Liberation Sans"/>
                <a:ea typeface="Liberation Sans"/>
                <a:cs typeface="Liberation Sans"/>
              </a:defRPr>
            </a:lvl2pPr>
            <a:lvl3pPr>
              <a:defRPr sz="1350" b="0">
                <a:solidFill>
                  <a:srgbClr val="152238"/>
                </a:solidFill>
                <a:latin typeface="Liberation Sans"/>
                <a:ea typeface="Liberation Sans"/>
                <a:cs typeface="Liberation Sans"/>
              </a:defRPr>
            </a:lvl3pPr>
            <a:lvl4pPr>
              <a:defRPr sz="1350" b="0">
                <a:solidFill>
                  <a:srgbClr val="152238"/>
                </a:solidFill>
                <a:latin typeface="Liberation Sans"/>
                <a:ea typeface="Liberation Sans"/>
                <a:cs typeface="Liberation Sans"/>
              </a:defRPr>
            </a:lvl4pPr>
            <a:lvl5pPr>
              <a:defRPr sz="1350" b="0">
                <a:solidFill>
                  <a:srgbClr val="152238"/>
                </a:solidFill>
                <a:latin typeface="Liberation Sans"/>
                <a:ea typeface="Liberation Sans"/>
                <a:cs typeface="Liberation Sans"/>
              </a:defRPr>
            </a:lvl5pPr>
            <a:lvl6pPr>
              <a:defRPr sz="1350" b="0">
                <a:solidFill>
                  <a:srgbClr val="152238"/>
                </a:solidFill>
                <a:latin typeface="Liberation Sans"/>
                <a:ea typeface="Liberation Sans"/>
                <a:cs typeface="Liberation Sans"/>
              </a:defRPr>
            </a:lvl6pPr>
            <a:lvl7pPr>
              <a:defRPr sz="1350" b="0">
                <a:solidFill>
                  <a:srgbClr val="152238"/>
                </a:solidFill>
                <a:latin typeface="Liberation Sans"/>
                <a:ea typeface="Liberation Sans"/>
                <a:cs typeface="Liberation Sans"/>
              </a:defRPr>
            </a:lvl7pPr>
            <a:lvl8pPr>
              <a:defRPr sz="1350" b="0">
                <a:solidFill>
                  <a:srgbClr val="152238"/>
                </a:solidFill>
                <a:latin typeface="Liberation Sans"/>
                <a:ea typeface="Liberation Sans"/>
                <a:cs typeface="Liberation Sans"/>
              </a:defRPr>
            </a:lvl8pPr>
            <a:lvl9pPr>
              <a:defRPr sz="1350" b="0">
                <a:solidFill>
                  <a:srgbClr val="152238"/>
                </a:solidFill>
                <a:latin typeface="Liberation Sans"/>
                <a:ea typeface="Liberation Sans"/>
                <a:cs typeface="Liberation Sans"/>
              </a:defRPr>
            </a:lvl9pPr>
          </a:lstStyle>
          <a:p xmlns:a="http://schemas.openxmlformats.org/drawingml/2006/main">
            <a:pPr>
              <a:defRPr sz="1350" b="0">
                <a:solidFill>
                  <a:srgbClr val="152238"/>
                </a:solidFill>
                <a:latin typeface="Liberation Sans"/>
                <a:ea typeface="Liberation Sans"/>
                <a:cs typeface="Liberation Sans"/>
              </a:defRPr>
            </a:pPr>
            <a:r>
              <a:rPr sz="1350" b="0">
                <a:solidFill>
                  <a:srgbClr val="152238"/>
                </a:solidFill>
                <a:latin typeface="Liberation Sans"/>
                <a:ea typeface="Liberation Sans"/>
                <a:cs typeface="Liberation Sans"/>
              </a:rPr>
              <a:t>Adaptation; no MT-Bench or AI judge</a:t>
            </a:r>
          </a:p>
        </p:txBody>
      </p:sp>
    </p:spTree>
    <p:extLst>
      <p:ext uri="{BB962C8B-B14F-4D97-AF65-F5344CB8AC3E}">
        <p14:creationId xmlns:p14="http://schemas.microsoft.com/office/powerpoint/2010/main" val="19072150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F70B516-138E-4DE8-8A4F-0CB4FD7E709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1B4A2A5A-6A00-483E-AC71-E7014B93FF06}"/>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7EF64D25-02AE-4B56-B8CC-870A4A43C639}"/>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System architecture</a:t>
            </a:r>
          </a:p>
        </p:txBody>
      </p:sp>
      <p:sp>
        <p:nvSpPr>
          <p:cNvPr id="4" name="">
            <a:extLst xmlns:a="http://schemas.openxmlformats.org/drawingml/2006/main">
              <a:ext uri="{FF2B5EF4-FFF2-40B4-BE49-F238E27FC236}">
                <a16:creationId xmlns:a16="http://schemas.microsoft.com/office/drawing/2014/main" id="{BD71FD52-D428-425D-91B7-4B8306D8D74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B8ADAE89-D2AB-42B6-8550-8D02824B531A}"/>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1F292355-BBC4-4DA5-A5C9-DB5606341AC5}"/>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05</a:t>
            </a:r>
          </a:p>
        </p:txBody>
      </p:sp>
      <p:sp>
        <p:nvSpPr>
          <p:cNvPr id="7" name="">
            <a:extLst xmlns:a="http://schemas.openxmlformats.org/drawingml/2006/main">
              <a:ext uri="{FF2B5EF4-FFF2-40B4-BE49-F238E27FC236}">
                <a16:creationId xmlns:a16="http://schemas.microsoft.com/office/drawing/2014/main" id="{E89EDD49-B6E8-4474-93D4-77799FF4D81B}"/>
              </a:ext>
            </a:extLst>
          </p:cNvPr>
          <p:cNvSpPr>
            <a:spLocks xmlns:a="http://schemas.openxmlformats.org/drawingml/2006/main" noGrp="1"/>
          </p:cNvSpPr>
          <p:nvPr/>
        </p:nvSpPr>
        <p:spPr>
          <a:xfrm xmlns:a="http://schemas.openxmlformats.org/drawingml/2006/main">
            <a:off x="666750" y="1619250"/>
            <a:ext cx="10668000" cy="695325"/>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8" name="">
            <a:extLst xmlns:a="http://schemas.openxmlformats.org/drawingml/2006/main">
              <a:ext uri="{FF2B5EF4-FFF2-40B4-BE49-F238E27FC236}">
                <a16:creationId xmlns:a16="http://schemas.microsoft.com/office/drawing/2014/main" id="{658C266D-05E0-4E4E-ADFA-28282A4F9A78}"/>
              </a:ext>
            </a:extLst>
          </p:cNvPr>
          <p:cNvSpPr>
            <a:spLocks xmlns:a="http://schemas.openxmlformats.org/drawingml/2006/main" noGrp="1"/>
          </p:cNvSpPr>
          <p:nvPr/>
        </p:nvSpPr>
        <p:spPr>
          <a:xfrm xmlns:a="http://schemas.openxmlformats.org/drawingml/2006/main">
            <a:off x="876300" y="1714500"/>
            <a:ext cx="309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111A2E"/>
                </a:solidFill>
                <a:latin typeface="Liberation Sans"/>
                <a:ea typeface="Liberation Sans"/>
                <a:cs typeface="Liberation Sans"/>
              </a:defRPr>
            </a:defPPr>
            <a:lvl1pPr>
              <a:defRPr sz="1725" b="1">
                <a:solidFill>
                  <a:srgbClr val="111A2E"/>
                </a:solidFill>
                <a:latin typeface="Liberation Sans"/>
                <a:ea typeface="Liberation Sans"/>
                <a:cs typeface="Liberation Sans"/>
              </a:defRPr>
            </a:lvl1pPr>
            <a:lvl2pPr>
              <a:defRPr sz="1725" b="1">
                <a:solidFill>
                  <a:srgbClr val="111A2E"/>
                </a:solidFill>
                <a:latin typeface="Liberation Sans"/>
                <a:ea typeface="Liberation Sans"/>
                <a:cs typeface="Liberation Sans"/>
              </a:defRPr>
            </a:lvl2pPr>
            <a:lvl3pPr>
              <a:defRPr sz="1725" b="1">
                <a:solidFill>
                  <a:srgbClr val="111A2E"/>
                </a:solidFill>
                <a:latin typeface="Liberation Sans"/>
                <a:ea typeface="Liberation Sans"/>
                <a:cs typeface="Liberation Sans"/>
              </a:defRPr>
            </a:lvl3pPr>
            <a:lvl4pPr>
              <a:defRPr sz="1725" b="1">
                <a:solidFill>
                  <a:srgbClr val="111A2E"/>
                </a:solidFill>
                <a:latin typeface="Liberation Sans"/>
                <a:ea typeface="Liberation Sans"/>
                <a:cs typeface="Liberation Sans"/>
              </a:defRPr>
            </a:lvl4pPr>
            <a:lvl5pPr>
              <a:defRPr sz="1725" b="1">
                <a:solidFill>
                  <a:srgbClr val="111A2E"/>
                </a:solidFill>
                <a:latin typeface="Liberation Sans"/>
                <a:ea typeface="Liberation Sans"/>
                <a:cs typeface="Liberation Sans"/>
              </a:defRPr>
            </a:lvl5pPr>
            <a:lvl6pPr>
              <a:defRPr sz="1725" b="1">
                <a:solidFill>
                  <a:srgbClr val="111A2E"/>
                </a:solidFill>
                <a:latin typeface="Liberation Sans"/>
                <a:ea typeface="Liberation Sans"/>
                <a:cs typeface="Liberation Sans"/>
              </a:defRPr>
            </a:lvl6pPr>
            <a:lvl7pPr>
              <a:defRPr sz="1725" b="1">
                <a:solidFill>
                  <a:srgbClr val="111A2E"/>
                </a:solidFill>
                <a:latin typeface="Liberation Sans"/>
                <a:ea typeface="Liberation Sans"/>
                <a:cs typeface="Liberation Sans"/>
              </a:defRPr>
            </a:lvl7pPr>
            <a:lvl8pPr>
              <a:defRPr sz="1725" b="1">
                <a:solidFill>
                  <a:srgbClr val="111A2E"/>
                </a:solidFill>
                <a:latin typeface="Liberation Sans"/>
                <a:ea typeface="Liberation Sans"/>
                <a:cs typeface="Liberation Sans"/>
              </a:defRPr>
            </a:lvl8pPr>
            <a:lvl9pPr>
              <a:defRPr sz="1725" b="1">
                <a:solidFill>
                  <a:srgbClr val="111A2E"/>
                </a:solidFill>
                <a:latin typeface="Liberation Sans"/>
                <a:ea typeface="Liberation Sans"/>
                <a:cs typeface="Liberation Sans"/>
              </a:defRPr>
            </a:lvl9pPr>
          </a:lstStyle>
          <a:p xmlns:a="http://schemas.openxmlformats.org/drawingml/2006/main">
            <a:pPr>
              <a:defRPr sz="1725" b="1">
                <a:solidFill>
                  <a:srgbClr val="111A2E"/>
                </a:solidFill>
                <a:latin typeface="Liberation Sans"/>
                <a:ea typeface="Liberation Sans"/>
                <a:cs typeface="Liberation Sans"/>
              </a:defRPr>
            </a:pPr>
            <a:r>
              <a:rPr sz="1725" b="1">
                <a:solidFill>
                  <a:srgbClr val="111A2E"/>
                </a:solidFill>
                <a:latin typeface="Liberation Sans"/>
                <a:ea typeface="Liberation Sans"/>
                <a:cs typeface="Liberation Sans"/>
              </a:rPr>
              <a:t>React guided UI</a:t>
            </a:r>
          </a:p>
        </p:txBody>
      </p:sp>
      <p:sp>
        <p:nvSpPr>
          <p:cNvPr id="9" name="">
            <a:extLst xmlns:a="http://schemas.openxmlformats.org/drawingml/2006/main">
              <a:ext uri="{FF2B5EF4-FFF2-40B4-BE49-F238E27FC236}">
                <a16:creationId xmlns:a16="http://schemas.microsoft.com/office/drawing/2014/main" id="{0132492F-5B98-4E97-B98C-6F3D12C03B23}"/>
              </a:ext>
            </a:extLst>
          </p:cNvPr>
          <p:cNvSpPr>
            <a:spLocks xmlns:a="http://schemas.openxmlformats.org/drawingml/2006/main" noGrp="1"/>
          </p:cNvSpPr>
          <p:nvPr/>
        </p:nvSpPr>
        <p:spPr>
          <a:xfrm xmlns:a="http://schemas.openxmlformats.org/drawingml/2006/main">
            <a:off x="3905250" y="1714500"/>
            <a:ext cx="7096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Questions, routes, review</a:t>
            </a:r>
          </a:p>
        </p:txBody>
      </p:sp>
      <p:sp>
        <p:nvSpPr>
          <p:cNvPr id="10" name="">
            <a:extLst xmlns:a="http://schemas.openxmlformats.org/drawingml/2006/main">
              <a:ext uri="{FF2B5EF4-FFF2-40B4-BE49-F238E27FC236}">
                <a16:creationId xmlns:a16="http://schemas.microsoft.com/office/drawing/2014/main" id="{9148EDDF-371B-4E2E-9E7A-6947F48E866C}"/>
              </a:ext>
            </a:extLst>
          </p:cNvPr>
          <p:cNvSpPr>
            <a:spLocks xmlns:a="http://schemas.openxmlformats.org/drawingml/2006/main" noGrp="1"/>
          </p:cNvSpPr>
          <p:nvPr/>
        </p:nvSpPr>
        <p:spPr>
          <a:xfrm xmlns:a="http://schemas.openxmlformats.org/drawingml/2006/main">
            <a:off x="666750" y="2457450"/>
            <a:ext cx="10668000"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4DCE7"/>
            </a:solidFill>
            <a:prstDash val="solid"/>
          </a:ln>
        </p:spPr>
      </p:sp>
      <p:sp>
        <p:nvSpPr>
          <p:cNvPr id="11" name="">
            <a:extLst xmlns:a="http://schemas.openxmlformats.org/drawingml/2006/main">
              <a:ext uri="{FF2B5EF4-FFF2-40B4-BE49-F238E27FC236}">
                <a16:creationId xmlns:a16="http://schemas.microsoft.com/office/drawing/2014/main" id="{3DE7A84A-4D18-4469-A495-628027BD31D6}"/>
              </a:ext>
            </a:extLst>
          </p:cNvPr>
          <p:cNvSpPr>
            <a:spLocks xmlns:a="http://schemas.openxmlformats.org/drawingml/2006/main" noGrp="1"/>
          </p:cNvSpPr>
          <p:nvPr/>
        </p:nvSpPr>
        <p:spPr>
          <a:xfrm xmlns:a="http://schemas.openxmlformats.org/drawingml/2006/main">
            <a:off x="876300" y="2552700"/>
            <a:ext cx="309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111A2E"/>
                </a:solidFill>
                <a:latin typeface="Liberation Sans"/>
                <a:ea typeface="Liberation Sans"/>
                <a:cs typeface="Liberation Sans"/>
              </a:defRPr>
            </a:defPPr>
            <a:lvl1pPr>
              <a:defRPr sz="1725" b="1">
                <a:solidFill>
                  <a:srgbClr val="111A2E"/>
                </a:solidFill>
                <a:latin typeface="Liberation Sans"/>
                <a:ea typeface="Liberation Sans"/>
                <a:cs typeface="Liberation Sans"/>
              </a:defRPr>
            </a:lvl1pPr>
            <a:lvl2pPr>
              <a:defRPr sz="1725" b="1">
                <a:solidFill>
                  <a:srgbClr val="111A2E"/>
                </a:solidFill>
                <a:latin typeface="Liberation Sans"/>
                <a:ea typeface="Liberation Sans"/>
                <a:cs typeface="Liberation Sans"/>
              </a:defRPr>
            </a:lvl2pPr>
            <a:lvl3pPr>
              <a:defRPr sz="1725" b="1">
                <a:solidFill>
                  <a:srgbClr val="111A2E"/>
                </a:solidFill>
                <a:latin typeface="Liberation Sans"/>
                <a:ea typeface="Liberation Sans"/>
                <a:cs typeface="Liberation Sans"/>
              </a:defRPr>
            </a:lvl3pPr>
            <a:lvl4pPr>
              <a:defRPr sz="1725" b="1">
                <a:solidFill>
                  <a:srgbClr val="111A2E"/>
                </a:solidFill>
                <a:latin typeface="Liberation Sans"/>
                <a:ea typeface="Liberation Sans"/>
                <a:cs typeface="Liberation Sans"/>
              </a:defRPr>
            </a:lvl4pPr>
            <a:lvl5pPr>
              <a:defRPr sz="1725" b="1">
                <a:solidFill>
                  <a:srgbClr val="111A2E"/>
                </a:solidFill>
                <a:latin typeface="Liberation Sans"/>
                <a:ea typeface="Liberation Sans"/>
                <a:cs typeface="Liberation Sans"/>
              </a:defRPr>
            </a:lvl5pPr>
            <a:lvl6pPr>
              <a:defRPr sz="1725" b="1">
                <a:solidFill>
                  <a:srgbClr val="111A2E"/>
                </a:solidFill>
                <a:latin typeface="Liberation Sans"/>
                <a:ea typeface="Liberation Sans"/>
                <a:cs typeface="Liberation Sans"/>
              </a:defRPr>
            </a:lvl6pPr>
            <a:lvl7pPr>
              <a:defRPr sz="1725" b="1">
                <a:solidFill>
                  <a:srgbClr val="111A2E"/>
                </a:solidFill>
                <a:latin typeface="Liberation Sans"/>
                <a:ea typeface="Liberation Sans"/>
                <a:cs typeface="Liberation Sans"/>
              </a:defRPr>
            </a:lvl7pPr>
            <a:lvl8pPr>
              <a:defRPr sz="1725" b="1">
                <a:solidFill>
                  <a:srgbClr val="111A2E"/>
                </a:solidFill>
                <a:latin typeface="Liberation Sans"/>
                <a:ea typeface="Liberation Sans"/>
                <a:cs typeface="Liberation Sans"/>
              </a:defRPr>
            </a:lvl8pPr>
            <a:lvl9pPr>
              <a:defRPr sz="1725" b="1">
                <a:solidFill>
                  <a:srgbClr val="111A2E"/>
                </a:solidFill>
                <a:latin typeface="Liberation Sans"/>
                <a:ea typeface="Liberation Sans"/>
                <a:cs typeface="Liberation Sans"/>
              </a:defRPr>
            </a:lvl9pPr>
          </a:lstStyle>
          <a:p xmlns:a="http://schemas.openxmlformats.org/drawingml/2006/main">
            <a:pPr>
              <a:defRPr sz="1725" b="1">
                <a:solidFill>
                  <a:srgbClr val="111A2E"/>
                </a:solidFill>
                <a:latin typeface="Liberation Sans"/>
                <a:ea typeface="Liberation Sans"/>
                <a:cs typeface="Liberation Sans"/>
              </a:defRPr>
            </a:pPr>
            <a:r>
              <a:rPr sz="1725" b="1">
                <a:solidFill>
                  <a:srgbClr val="111A2E"/>
                </a:solidFill>
                <a:latin typeface="Liberation Sans"/>
                <a:ea typeface="Liberation Sans"/>
                <a:cs typeface="Liberation Sans"/>
              </a:rPr>
              <a:t>FastAPI</a:t>
            </a:r>
          </a:p>
        </p:txBody>
      </p:sp>
      <p:sp>
        <p:nvSpPr>
          <p:cNvPr id="12" name="">
            <a:extLst xmlns:a="http://schemas.openxmlformats.org/drawingml/2006/main">
              <a:ext uri="{FF2B5EF4-FFF2-40B4-BE49-F238E27FC236}">
                <a16:creationId xmlns:a16="http://schemas.microsoft.com/office/drawing/2014/main" id="{2CDBFE5B-C75C-4CFC-B889-5FC54A400E36}"/>
              </a:ext>
            </a:extLst>
          </p:cNvPr>
          <p:cNvSpPr>
            <a:spLocks xmlns:a="http://schemas.openxmlformats.org/drawingml/2006/main" noGrp="1"/>
          </p:cNvSpPr>
          <p:nvPr/>
        </p:nvSpPr>
        <p:spPr>
          <a:xfrm xmlns:a="http://schemas.openxmlformats.org/drawingml/2006/main">
            <a:off x="3905250" y="2552700"/>
            <a:ext cx="7096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Validation, catalogs, exports</a:t>
            </a:r>
          </a:p>
        </p:txBody>
      </p:sp>
      <p:sp>
        <p:nvSpPr>
          <p:cNvPr id="13" name="">
            <a:extLst xmlns:a="http://schemas.openxmlformats.org/drawingml/2006/main">
              <a:ext uri="{FF2B5EF4-FFF2-40B4-BE49-F238E27FC236}">
                <a16:creationId xmlns:a16="http://schemas.microsoft.com/office/drawing/2014/main" id="{5CC6954C-2054-4590-9DCA-D58B37BA1409}"/>
              </a:ext>
            </a:extLst>
          </p:cNvPr>
          <p:cNvSpPr>
            <a:spLocks xmlns:a="http://schemas.openxmlformats.org/drawingml/2006/main" noGrp="1"/>
          </p:cNvSpPr>
          <p:nvPr/>
        </p:nvSpPr>
        <p:spPr>
          <a:xfrm xmlns:a="http://schemas.openxmlformats.org/drawingml/2006/main">
            <a:off x="666750" y="3295650"/>
            <a:ext cx="10668000" cy="695325"/>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14" name="">
            <a:extLst xmlns:a="http://schemas.openxmlformats.org/drawingml/2006/main">
              <a:ext uri="{FF2B5EF4-FFF2-40B4-BE49-F238E27FC236}">
                <a16:creationId xmlns:a16="http://schemas.microsoft.com/office/drawing/2014/main" id="{09902101-C8AD-4846-8C7E-83103CA83157}"/>
              </a:ext>
            </a:extLst>
          </p:cNvPr>
          <p:cNvSpPr>
            <a:spLocks xmlns:a="http://schemas.openxmlformats.org/drawingml/2006/main" noGrp="1"/>
          </p:cNvSpPr>
          <p:nvPr/>
        </p:nvSpPr>
        <p:spPr>
          <a:xfrm xmlns:a="http://schemas.openxmlformats.org/drawingml/2006/main">
            <a:off x="876300" y="3390900"/>
            <a:ext cx="309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111A2E"/>
                </a:solidFill>
                <a:latin typeface="Liberation Sans"/>
                <a:ea typeface="Liberation Sans"/>
                <a:cs typeface="Liberation Sans"/>
              </a:defRPr>
            </a:defPPr>
            <a:lvl1pPr>
              <a:defRPr sz="1725" b="1">
                <a:solidFill>
                  <a:srgbClr val="111A2E"/>
                </a:solidFill>
                <a:latin typeface="Liberation Sans"/>
                <a:ea typeface="Liberation Sans"/>
                <a:cs typeface="Liberation Sans"/>
              </a:defRPr>
            </a:lvl1pPr>
            <a:lvl2pPr>
              <a:defRPr sz="1725" b="1">
                <a:solidFill>
                  <a:srgbClr val="111A2E"/>
                </a:solidFill>
                <a:latin typeface="Liberation Sans"/>
                <a:ea typeface="Liberation Sans"/>
                <a:cs typeface="Liberation Sans"/>
              </a:defRPr>
            </a:lvl2pPr>
            <a:lvl3pPr>
              <a:defRPr sz="1725" b="1">
                <a:solidFill>
                  <a:srgbClr val="111A2E"/>
                </a:solidFill>
                <a:latin typeface="Liberation Sans"/>
                <a:ea typeface="Liberation Sans"/>
                <a:cs typeface="Liberation Sans"/>
              </a:defRPr>
            </a:lvl3pPr>
            <a:lvl4pPr>
              <a:defRPr sz="1725" b="1">
                <a:solidFill>
                  <a:srgbClr val="111A2E"/>
                </a:solidFill>
                <a:latin typeface="Liberation Sans"/>
                <a:ea typeface="Liberation Sans"/>
                <a:cs typeface="Liberation Sans"/>
              </a:defRPr>
            </a:lvl4pPr>
            <a:lvl5pPr>
              <a:defRPr sz="1725" b="1">
                <a:solidFill>
                  <a:srgbClr val="111A2E"/>
                </a:solidFill>
                <a:latin typeface="Liberation Sans"/>
                <a:ea typeface="Liberation Sans"/>
                <a:cs typeface="Liberation Sans"/>
              </a:defRPr>
            </a:lvl5pPr>
            <a:lvl6pPr>
              <a:defRPr sz="1725" b="1">
                <a:solidFill>
                  <a:srgbClr val="111A2E"/>
                </a:solidFill>
                <a:latin typeface="Liberation Sans"/>
                <a:ea typeface="Liberation Sans"/>
                <a:cs typeface="Liberation Sans"/>
              </a:defRPr>
            </a:lvl6pPr>
            <a:lvl7pPr>
              <a:defRPr sz="1725" b="1">
                <a:solidFill>
                  <a:srgbClr val="111A2E"/>
                </a:solidFill>
                <a:latin typeface="Liberation Sans"/>
                <a:ea typeface="Liberation Sans"/>
                <a:cs typeface="Liberation Sans"/>
              </a:defRPr>
            </a:lvl7pPr>
            <a:lvl8pPr>
              <a:defRPr sz="1725" b="1">
                <a:solidFill>
                  <a:srgbClr val="111A2E"/>
                </a:solidFill>
                <a:latin typeface="Liberation Sans"/>
                <a:ea typeface="Liberation Sans"/>
                <a:cs typeface="Liberation Sans"/>
              </a:defRPr>
            </a:lvl8pPr>
            <a:lvl9pPr>
              <a:defRPr sz="1725" b="1">
                <a:solidFill>
                  <a:srgbClr val="111A2E"/>
                </a:solidFill>
                <a:latin typeface="Liberation Sans"/>
                <a:ea typeface="Liberation Sans"/>
                <a:cs typeface="Liberation Sans"/>
              </a:defRPr>
            </a:lvl9pPr>
          </a:lstStyle>
          <a:p xmlns:a="http://schemas.openxmlformats.org/drawingml/2006/main">
            <a:pPr>
              <a:defRPr sz="1725" b="1">
                <a:solidFill>
                  <a:srgbClr val="111A2E"/>
                </a:solidFill>
                <a:latin typeface="Liberation Sans"/>
                <a:ea typeface="Liberation Sans"/>
                <a:cs typeface="Liberation Sans"/>
              </a:defRPr>
            </a:pPr>
            <a:r>
              <a:rPr sz="1725" b="1">
                <a:solidFill>
                  <a:srgbClr val="111A2E"/>
                </a:solidFill>
                <a:latin typeface="Liberation Sans"/>
                <a:ea typeface="Liberation Sans"/>
                <a:cs typeface="Liberation Sans"/>
              </a:rPr>
              <a:t>SQLite</a:t>
            </a:r>
          </a:p>
        </p:txBody>
      </p:sp>
      <p:sp>
        <p:nvSpPr>
          <p:cNvPr id="15" name="">
            <a:extLst xmlns:a="http://schemas.openxmlformats.org/drawingml/2006/main">
              <a:ext uri="{FF2B5EF4-FFF2-40B4-BE49-F238E27FC236}">
                <a16:creationId xmlns:a16="http://schemas.microsoft.com/office/drawing/2014/main" id="{C64F6309-4EE8-49CB-92CF-A4F92D082A79}"/>
              </a:ext>
            </a:extLst>
          </p:cNvPr>
          <p:cNvSpPr>
            <a:spLocks xmlns:a="http://schemas.openxmlformats.org/drawingml/2006/main" noGrp="1"/>
          </p:cNvSpPr>
          <p:nvPr/>
        </p:nvSpPr>
        <p:spPr>
          <a:xfrm xmlns:a="http://schemas.openxmlformats.org/drawingml/2006/main">
            <a:off x="3905250" y="3390900"/>
            <a:ext cx="7096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Frozen design, dataset, jobs, attempts</a:t>
            </a:r>
          </a:p>
        </p:txBody>
      </p:sp>
      <p:sp>
        <p:nvSpPr>
          <p:cNvPr id="16" name="">
            <a:extLst xmlns:a="http://schemas.openxmlformats.org/drawingml/2006/main">
              <a:ext uri="{FF2B5EF4-FFF2-40B4-BE49-F238E27FC236}">
                <a16:creationId xmlns:a16="http://schemas.microsoft.com/office/drawing/2014/main" id="{AD331F36-DDEB-4183-A9E7-D58C91D2116F}"/>
              </a:ext>
            </a:extLst>
          </p:cNvPr>
          <p:cNvSpPr>
            <a:spLocks xmlns:a="http://schemas.openxmlformats.org/drawingml/2006/main" noGrp="1"/>
          </p:cNvSpPr>
          <p:nvPr/>
        </p:nvSpPr>
        <p:spPr>
          <a:xfrm xmlns:a="http://schemas.openxmlformats.org/drawingml/2006/main">
            <a:off x="666750" y="4133850"/>
            <a:ext cx="10668000"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4DCE7"/>
            </a:solidFill>
            <a:prstDash val="solid"/>
          </a:ln>
        </p:spPr>
      </p:sp>
      <p:sp>
        <p:nvSpPr>
          <p:cNvPr id="17" name="">
            <a:extLst xmlns:a="http://schemas.openxmlformats.org/drawingml/2006/main">
              <a:ext uri="{FF2B5EF4-FFF2-40B4-BE49-F238E27FC236}">
                <a16:creationId xmlns:a16="http://schemas.microsoft.com/office/drawing/2014/main" id="{9B857F12-5D1F-4B68-A721-E2FFF1276CA4}"/>
              </a:ext>
            </a:extLst>
          </p:cNvPr>
          <p:cNvSpPr>
            <a:spLocks xmlns:a="http://schemas.openxmlformats.org/drawingml/2006/main" noGrp="1"/>
          </p:cNvSpPr>
          <p:nvPr/>
        </p:nvSpPr>
        <p:spPr>
          <a:xfrm xmlns:a="http://schemas.openxmlformats.org/drawingml/2006/main">
            <a:off x="876300" y="4229100"/>
            <a:ext cx="309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111A2E"/>
                </a:solidFill>
                <a:latin typeface="Liberation Sans"/>
                <a:ea typeface="Liberation Sans"/>
                <a:cs typeface="Liberation Sans"/>
              </a:defRPr>
            </a:defPPr>
            <a:lvl1pPr>
              <a:defRPr sz="1725" b="1">
                <a:solidFill>
                  <a:srgbClr val="111A2E"/>
                </a:solidFill>
                <a:latin typeface="Liberation Sans"/>
                <a:ea typeface="Liberation Sans"/>
                <a:cs typeface="Liberation Sans"/>
              </a:defRPr>
            </a:lvl1pPr>
            <a:lvl2pPr>
              <a:defRPr sz="1725" b="1">
                <a:solidFill>
                  <a:srgbClr val="111A2E"/>
                </a:solidFill>
                <a:latin typeface="Liberation Sans"/>
                <a:ea typeface="Liberation Sans"/>
                <a:cs typeface="Liberation Sans"/>
              </a:defRPr>
            </a:lvl2pPr>
            <a:lvl3pPr>
              <a:defRPr sz="1725" b="1">
                <a:solidFill>
                  <a:srgbClr val="111A2E"/>
                </a:solidFill>
                <a:latin typeface="Liberation Sans"/>
                <a:ea typeface="Liberation Sans"/>
                <a:cs typeface="Liberation Sans"/>
              </a:defRPr>
            </a:lvl3pPr>
            <a:lvl4pPr>
              <a:defRPr sz="1725" b="1">
                <a:solidFill>
                  <a:srgbClr val="111A2E"/>
                </a:solidFill>
                <a:latin typeface="Liberation Sans"/>
                <a:ea typeface="Liberation Sans"/>
                <a:cs typeface="Liberation Sans"/>
              </a:defRPr>
            </a:lvl4pPr>
            <a:lvl5pPr>
              <a:defRPr sz="1725" b="1">
                <a:solidFill>
                  <a:srgbClr val="111A2E"/>
                </a:solidFill>
                <a:latin typeface="Liberation Sans"/>
                <a:ea typeface="Liberation Sans"/>
                <a:cs typeface="Liberation Sans"/>
              </a:defRPr>
            </a:lvl5pPr>
            <a:lvl6pPr>
              <a:defRPr sz="1725" b="1">
                <a:solidFill>
                  <a:srgbClr val="111A2E"/>
                </a:solidFill>
                <a:latin typeface="Liberation Sans"/>
                <a:ea typeface="Liberation Sans"/>
                <a:cs typeface="Liberation Sans"/>
              </a:defRPr>
            </a:lvl6pPr>
            <a:lvl7pPr>
              <a:defRPr sz="1725" b="1">
                <a:solidFill>
                  <a:srgbClr val="111A2E"/>
                </a:solidFill>
                <a:latin typeface="Liberation Sans"/>
                <a:ea typeface="Liberation Sans"/>
                <a:cs typeface="Liberation Sans"/>
              </a:defRPr>
            </a:lvl7pPr>
            <a:lvl8pPr>
              <a:defRPr sz="1725" b="1">
                <a:solidFill>
                  <a:srgbClr val="111A2E"/>
                </a:solidFill>
                <a:latin typeface="Liberation Sans"/>
                <a:ea typeface="Liberation Sans"/>
                <a:cs typeface="Liberation Sans"/>
              </a:defRPr>
            </a:lvl8pPr>
            <a:lvl9pPr>
              <a:defRPr sz="1725" b="1">
                <a:solidFill>
                  <a:srgbClr val="111A2E"/>
                </a:solidFill>
                <a:latin typeface="Liberation Sans"/>
                <a:ea typeface="Liberation Sans"/>
                <a:cs typeface="Liberation Sans"/>
              </a:defRPr>
            </a:lvl9pPr>
          </a:lstStyle>
          <a:p xmlns:a="http://schemas.openxmlformats.org/drawingml/2006/main">
            <a:pPr>
              <a:defRPr sz="1725" b="1">
                <a:solidFill>
                  <a:srgbClr val="111A2E"/>
                </a:solidFill>
                <a:latin typeface="Liberation Sans"/>
                <a:ea typeface="Liberation Sans"/>
                <a:cs typeface="Liberation Sans"/>
              </a:defRPr>
            </a:pPr>
            <a:r>
              <a:rPr sz="1725" b="1">
                <a:solidFill>
                  <a:srgbClr val="111A2E"/>
                </a:solidFill>
                <a:latin typeface="Liberation Sans"/>
                <a:ea typeface="Liberation Sans"/>
                <a:cs typeface="Liberation Sans"/>
              </a:rPr>
              <a:t>Durable worker</a:t>
            </a:r>
          </a:p>
        </p:txBody>
      </p:sp>
      <p:sp>
        <p:nvSpPr>
          <p:cNvPr id="18" name="">
            <a:extLst xmlns:a="http://schemas.openxmlformats.org/drawingml/2006/main">
              <a:ext uri="{FF2B5EF4-FFF2-40B4-BE49-F238E27FC236}">
                <a16:creationId xmlns:a16="http://schemas.microsoft.com/office/drawing/2014/main" id="{B9F34F01-9951-47B1-9A80-8DA667C6E282}"/>
              </a:ext>
            </a:extLst>
          </p:cNvPr>
          <p:cNvSpPr>
            <a:spLocks xmlns:a="http://schemas.openxmlformats.org/drawingml/2006/main" noGrp="1"/>
          </p:cNvSpPr>
          <p:nvPr/>
        </p:nvSpPr>
        <p:spPr>
          <a:xfrm xmlns:a="http://schemas.openxmlformats.org/drawingml/2006/main">
            <a:off x="3905250" y="4229100"/>
            <a:ext cx="7096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Provider adapter and retry policy</a:t>
            </a:r>
          </a:p>
        </p:txBody>
      </p:sp>
      <p:sp>
        <p:nvSpPr>
          <p:cNvPr id="19" name="">
            <a:extLst xmlns:a="http://schemas.openxmlformats.org/drawingml/2006/main">
              <a:ext uri="{FF2B5EF4-FFF2-40B4-BE49-F238E27FC236}">
                <a16:creationId xmlns:a16="http://schemas.microsoft.com/office/drawing/2014/main" id="{51B3FBCA-625F-4B01-B609-1ED26439343C}"/>
              </a:ext>
            </a:extLst>
          </p:cNvPr>
          <p:cNvSpPr>
            <a:spLocks xmlns:a="http://schemas.openxmlformats.org/drawingml/2006/main" noGrp="1"/>
          </p:cNvSpPr>
          <p:nvPr/>
        </p:nvSpPr>
        <p:spPr>
          <a:xfrm xmlns:a="http://schemas.openxmlformats.org/drawingml/2006/main">
            <a:off x="666750" y="4972050"/>
            <a:ext cx="10668000" cy="695325"/>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20" name="">
            <a:extLst xmlns:a="http://schemas.openxmlformats.org/drawingml/2006/main">
              <a:ext uri="{FF2B5EF4-FFF2-40B4-BE49-F238E27FC236}">
                <a16:creationId xmlns:a16="http://schemas.microsoft.com/office/drawing/2014/main" id="{C9A9F711-5BE4-4050-A189-630F4B7F2864}"/>
              </a:ext>
            </a:extLst>
          </p:cNvPr>
          <p:cNvSpPr>
            <a:spLocks xmlns:a="http://schemas.openxmlformats.org/drawingml/2006/main" noGrp="1"/>
          </p:cNvSpPr>
          <p:nvPr/>
        </p:nvSpPr>
        <p:spPr>
          <a:xfrm xmlns:a="http://schemas.openxmlformats.org/drawingml/2006/main">
            <a:off x="876300" y="5067300"/>
            <a:ext cx="309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111A2E"/>
                </a:solidFill>
                <a:latin typeface="Liberation Sans"/>
                <a:ea typeface="Liberation Sans"/>
                <a:cs typeface="Liberation Sans"/>
              </a:defRPr>
            </a:defPPr>
            <a:lvl1pPr>
              <a:defRPr sz="1725" b="1">
                <a:solidFill>
                  <a:srgbClr val="111A2E"/>
                </a:solidFill>
                <a:latin typeface="Liberation Sans"/>
                <a:ea typeface="Liberation Sans"/>
                <a:cs typeface="Liberation Sans"/>
              </a:defRPr>
            </a:lvl1pPr>
            <a:lvl2pPr>
              <a:defRPr sz="1725" b="1">
                <a:solidFill>
                  <a:srgbClr val="111A2E"/>
                </a:solidFill>
                <a:latin typeface="Liberation Sans"/>
                <a:ea typeface="Liberation Sans"/>
                <a:cs typeface="Liberation Sans"/>
              </a:defRPr>
            </a:lvl2pPr>
            <a:lvl3pPr>
              <a:defRPr sz="1725" b="1">
                <a:solidFill>
                  <a:srgbClr val="111A2E"/>
                </a:solidFill>
                <a:latin typeface="Liberation Sans"/>
                <a:ea typeface="Liberation Sans"/>
                <a:cs typeface="Liberation Sans"/>
              </a:defRPr>
            </a:lvl3pPr>
            <a:lvl4pPr>
              <a:defRPr sz="1725" b="1">
                <a:solidFill>
                  <a:srgbClr val="111A2E"/>
                </a:solidFill>
                <a:latin typeface="Liberation Sans"/>
                <a:ea typeface="Liberation Sans"/>
                <a:cs typeface="Liberation Sans"/>
              </a:defRPr>
            </a:lvl4pPr>
            <a:lvl5pPr>
              <a:defRPr sz="1725" b="1">
                <a:solidFill>
                  <a:srgbClr val="111A2E"/>
                </a:solidFill>
                <a:latin typeface="Liberation Sans"/>
                <a:ea typeface="Liberation Sans"/>
                <a:cs typeface="Liberation Sans"/>
              </a:defRPr>
            </a:lvl5pPr>
            <a:lvl6pPr>
              <a:defRPr sz="1725" b="1">
                <a:solidFill>
                  <a:srgbClr val="111A2E"/>
                </a:solidFill>
                <a:latin typeface="Liberation Sans"/>
                <a:ea typeface="Liberation Sans"/>
                <a:cs typeface="Liberation Sans"/>
              </a:defRPr>
            </a:lvl6pPr>
            <a:lvl7pPr>
              <a:defRPr sz="1725" b="1">
                <a:solidFill>
                  <a:srgbClr val="111A2E"/>
                </a:solidFill>
                <a:latin typeface="Liberation Sans"/>
                <a:ea typeface="Liberation Sans"/>
                <a:cs typeface="Liberation Sans"/>
              </a:defRPr>
            </a:lvl7pPr>
            <a:lvl8pPr>
              <a:defRPr sz="1725" b="1">
                <a:solidFill>
                  <a:srgbClr val="111A2E"/>
                </a:solidFill>
                <a:latin typeface="Liberation Sans"/>
                <a:ea typeface="Liberation Sans"/>
                <a:cs typeface="Liberation Sans"/>
              </a:defRPr>
            </a:lvl8pPr>
            <a:lvl9pPr>
              <a:defRPr sz="1725" b="1">
                <a:solidFill>
                  <a:srgbClr val="111A2E"/>
                </a:solidFill>
                <a:latin typeface="Liberation Sans"/>
                <a:ea typeface="Liberation Sans"/>
                <a:cs typeface="Liberation Sans"/>
              </a:defRPr>
            </a:lvl9pPr>
          </a:lstStyle>
          <a:p xmlns:a="http://schemas.openxmlformats.org/drawingml/2006/main">
            <a:pPr>
              <a:defRPr sz="1725" b="1">
                <a:solidFill>
                  <a:srgbClr val="111A2E"/>
                </a:solidFill>
                <a:latin typeface="Liberation Sans"/>
                <a:ea typeface="Liberation Sans"/>
                <a:cs typeface="Liberation Sans"/>
              </a:defRPr>
            </a:pPr>
            <a:r>
              <a:rPr sz="1725" b="1">
                <a:solidFill>
                  <a:srgbClr val="111A2E"/>
                </a:solidFill>
                <a:latin typeface="Liberation Sans"/>
                <a:ea typeface="Liberation Sans"/>
                <a:cs typeface="Liberation Sans"/>
              </a:rPr>
              <a:t>Scoring + saved analysis</a:t>
            </a:r>
          </a:p>
        </p:txBody>
      </p:sp>
      <p:sp>
        <p:nvSpPr>
          <p:cNvPr id="21" name="">
            <a:extLst xmlns:a="http://schemas.openxmlformats.org/drawingml/2006/main">
              <a:ext uri="{FF2B5EF4-FFF2-40B4-BE49-F238E27FC236}">
                <a16:creationId xmlns:a16="http://schemas.microsoft.com/office/drawing/2014/main" id="{9B322D40-A9C3-4E28-BE3C-44637C191D2A}"/>
              </a:ext>
            </a:extLst>
          </p:cNvPr>
          <p:cNvSpPr>
            <a:spLocks xmlns:a="http://schemas.openxmlformats.org/drawingml/2006/main" noGrp="1"/>
          </p:cNvSpPr>
          <p:nvPr/>
        </p:nvSpPr>
        <p:spPr>
          <a:xfrm xmlns:a="http://schemas.openxmlformats.org/drawingml/2006/main">
            <a:off x="3905250" y="5067300"/>
            <a:ext cx="7096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Task metrics, paired family snapshot</a:t>
            </a:r>
          </a:p>
        </p:txBody>
      </p:sp>
    </p:spTree>
    <p:extLst>
      <p:ext uri="{BB962C8B-B14F-4D97-AF65-F5344CB8AC3E}">
        <p14:creationId xmlns:p14="http://schemas.microsoft.com/office/powerpoint/2010/main" val="18022776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6CB007-DB18-4B34-9703-1C02996713E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4253A4C1-7550-40B5-B9D3-DE24FFED8ECC}"/>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D0993E5B-2FDB-4256-ADF0-5A2D6043C15F}"/>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WHERE: questions with provenance</a:t>
            </a:r>
          </a:p>
        </p:txBody>
      </p:sp>
      <p:sp>
        <p:nvSpPr>
          <p:cNvPr id="4" name="">
            <a:extLst xmlns:a="http://schemas.openxmlformats.org/drawingml/2006/main">
              <a:ext uri="{FF2B5EF4-FFF2-40B4-BE49-F238E27FC236}">
                <a16:creationId xmlns:a16="http://schemas.microsoft.com/office/drawing/2014/main" id="{AE24FE1D-1C73-4569-80CF-82657B3D0F4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8EE82F7E-6163-4B3B-A160-5F745391E272}"/>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0C7A7B39-2729-4286-A369-9A7AFD230583}"/>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06</a:t>
            </a:r>
          </a:p>
        </p:txBody>
      </p:sp>
      <p:sp>
        <p:nvSpPr>
          <p:cNvPr id="7" name="">
            <a:extLst xmlns:a="http://schemas.openxmlformats.org/drawingml/2006/main">
              <a:ext uri="{FF2B5EF4-FFF2-40B4-BE49-F238E27FC236}">
                <a16:creationId xmlns:a16="http://schemas.microsoft.com/office/drawing/2014/main" id="{1950483C-A166-4D64-823E-4B5A2D89371E}"/>
              </a:ext>
            </a:extLst>
          </p:cNvPr>
          <p:cNvSpPr>
            <a:spLocks xmlns:a="http://schemas.openxmlformats.org/drawingml/2006/main" noGrp="1"/>
          </p:cNvSpPr>
          <p:nvPr/>
        </p:nvSpPr>
        <p:spPr>
          <a:xfrm xmlns:a="http://schemas.openxmlformats.org/drawingml/2006/main">
            <a:off x="666750" y="16859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950" b="1">
                <a:solidFill>
                  <a:srgbClr val="BC741D"/>
                </a:solidFill>
                <a:latin typeface="Liberation Sans"/>
                <a:ea typeface="Liberation Sans"/>
                <a:cs typeface="Liberation Sans"/>
              </a:defRPr>
            </a:defPPr>
            <a:lvl1pPr>
              <a:defRPr sz="1950" b="1">
                <a:solidFill>
                  <a:srgbClr val="BC741D"/>
                </a:solidFill>
                <a:latin typeface="Liberation Sans"/>
                <a:ea typeface="Liberation Sans"/>
                <a:cs typeface="Liberation Sans"/>
              </a:defRPr>
            </a:lvl1pPr>
            <a:lvl2pPr>
              <a:defRPr sz="1950" b="1">
                <a:solidFill>
                  <a:srgbClr val="BC741D"/>
                </a:solidFill>
                <a:latin typeface="Liberation Sans"/>
                <a:ea typeface="Liberation Sans"/>
                <a:cs typeface="Liberation Sans"/>
              </a:defRPr>
            </a:lvl2pPr>
            <a:lvl3pPr>
              <a:defRPr sz="1950" b="1">
                <a:solidFill>
                  <a:srgbClr val="BC741D"/>
                </a:solidFill>
                <a:latin typeface="Liberation Sans"/>
                <a:ea typeface="Liberation Sans"/>
                <a:cs typeface="Liberation Sans"/>
              </a:defRPr>
            </a:lvl3pPr>
            <a:lvl4pPr>
              <a:defRPr sz="1950" b="1">
                <a:solidFill>
                  <a:srgbClr val="BC741D"/>
                </a:solidFill>
                <a:latin typeface="Liberation Sans"/>
                <a:ea typeface="Liberation Sans"/>
                <a:cs typeface="Liberation Sans"/>
              </a:defRPr>
            </a:lvl4pPr>
            <a:lvl5pPr>
              <a:defRPr sz="1950" b="1">
                <a:solidFill>
                  <a:srgbClr val="BC741D"/>
                </a:solidFill>
                <a:latin typeface="Liberation Sans"/>
                <a:ea typeface="Liberation Sans"/>
                <a:cs typeface="Liberation Sans"/>
              </a:defRPr>
            </a:lvl5pPr>
            <a:lvl6pPr>
              <a:defRPr sz="1950" b="1">
                <a:solidFill>
                  <a:srgbClr val="BC741D"/>
                </a:solidFill>
                <a:latin typeface="Liberation Sans"/>
                <a:ea typeface="Liberation Sans"/>
                <a:cs typeface="Liberation Sans"/>
              </a:defRPr>
            </a:lvl6pPr>
            <a:lvl7pPr>
              <a:defRPr sz="1950" b="1">
                <a:solidFill>
                  <a:srgbClr val="BC741D"/>
                </a:solidFill>
                <a:latin typeface="Liberation Sans"/>
                <a:ea typeface="Liberation Sans"/>
                <a:cs typeface="Liberation Sans"/>
              </a:defRPr>
            </a:lvl7pPr>
            <a:lvl8pPr>
              <a:defRPr sz="1950" b="1">
                <a:solidFill>
                  <a:srgbClr val="BC741D"/>
                </a:solidFill>
                <a:latin typeface="Liberation Sans"/>
                <a:ea typeface="Liberation Sans"/>
                <a:cs typeface="Liberation Sans"/>
              </a:defRPr>
            </a:lvl8pPr>
            <a:lvl9pPr>
              <a:defRPr sz="1950" b="1">
                <a:solidFill>
                  <a:srgbClr val="BC741D"/>
                </a:solidFill>
                <a:latin typeface="Liberation Sans"/>
                <a:ea typeface="Liberation Sans"/>
                <a:cs typeface="Liberation Sans"/>
              </a:defRPr>
            </a:lvl9pPr>
          </a:lstStyle>
          <a:p xmlns:a="http://schemas.openxmlformats.org/drawingml/2006/main">
            <a:pPr>
              <a:defRPr sz="1950" b="1">
                <a:solidFill>
                  <a:srgbClr val="BC741D"/>
                </a:solidFill>
                <a:latin typeface="Liberation Sans"/>
                <a:ea typeface="Liberation Sans"/>
                <a:cs typeface="Liberation Sans"/>
              </a:defRPr>
            </a:pPr>
            <a:r>
              <a:rPr sz="1950" b="1">
                <a:solidFill>
                  <a:srgbClr val="BC741D"/>
                </a:solidFill>
                <a:latin typeface="Liberation Sans"/>
                <a:ea typeface="Liberation Sans"/>
                <a:cs typeface="Liberation Sans"/>
              </a:rPr>
              <a:t>Built-in sample</a:t>
            </a:r>
          </a:p>
        </p:txBody>
      </p:sp>
      <p:sp>
        <p:nvSpPr>
          <p:cNvPr id="8" name="">
            <a:extLst xmlns:a="http://schemas.openxmlformats.org/drawingml/2006/main">
              <a:ext uri="{FF2B5EF4-FFF2-40B4-BE49-F238E27FC236}">
                <a16:creationId xmlns:a16="http://schemas.microsoft.com/office/drawing/2014/main" id="{5602DDA8-AD5D-40E0-A3AE-49511F9DAD0A}"/>
              </a:ext>
            </a:extLst>
          </p:cNvPr>
          <p:cNvSpPr>
            <a:spLocks xmlns:a="http://schemas.openxmlformats.org/drawingml/2006/main" noGrp="1"/>
          </p:cNvSpPr>
          <p:nvPr/>
        </p:nvSpPr>
        <p:spPr>
          <a:xfrm xmlns:a="http://schemas.openxmlformats.org/drawingml/2006/main">
            <a:off x="666750" y="22193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0">
                <a:solidFill>
                  <a:srgbClr val="152238"/>
                </a:solidFill>
                <a:latin typeface="Liberation Sans"/>
                <a:ea typeface="Liberation Sans"/>
                <a:cs typeface="Liberation Sans"/>
              </a:defRPr>
            </a:defPPr>
            <a:lvl1pPr>
              <a:defRPr sz="1800" b="0">
                <a:solidFill>
                  <a:srgbClr val="152238"/>
                </a:solidFill>
                <a:latin typeface="Liberation Sans"/>
                <a:ea typeface="Liberation Sans"/>
                <a:cs typeface="Liberation Sans"/>
              </a:defRPr>
            </a:lvl1pPr>
            <a:lvl2pPr>
              <a:defRPr sz="1800" b="0">
                <a:solidFill>
                  <a:srgbClr val="152238"/>
                </a:solidFill>
                <a:latin typeface="Liberation Sans"/>
                <a:ea typeface="Liberation Sans"/>
                <a:cs typeface="Liberation Sans"/>
              </a:defRPr>
            </a:lvl2pPr>
            <a:lvl3pPr>
              <a:defRPr sz="1800" b="0">
                <a:solidFill>
                  <a:srgbClr val="152238"/>
                </a:solidFill>
                <a:latin typeface="Liberation Sans"/>
                <a:ea typeface="Liberation Sans"/>
                <a:cs typeface="Liberation Sans"/>
              </a:defRPr>
            </a:lvl3pPr>
            <a:lvl4pPr>
              <a:defRPr sz="1800" b="0">
                <a:solidFill>
                  <a:srgbClr val="152238"/>
                </a:solidFill>
                <a:latin typeface="Liberation Sans"/>
                <a:ea typeface="Liberation Sans"/>
                <a:cs typeface="Liberation Sans"/>
              </a:defRPr>
            </a:lvl4pPr>
            <a:lvl5pPr>
              <a:defRPr sz="1800" b="0">
                <a:solidFill>
                  <a:srgbClr val="152238"/>
                </a:solidFill>
                <a:latin typeface="Liberation Sans"/>
                <a:ea typeface="Liberation Sans"/>
                <a:cs typeface="Liberation Sans"/>
              </a:defRPr>
            </a:lvl5pPr>
            <a:lvl6pPr>
              <a:defRPr sz="1800" b="0">
                <a:solidFill>
                  <a:srgbClr val="152238"/>
                </a:solidFill>
                <a:latin typeface="Liberation Sans"/>
                <a:ea typeface="Liberation Sans"/>
                <a:cs typeface="Liberation Sans"/>
              </a:defRPr>
            </a:lvl6pPr>
            <a:lvl7pPr>
              <a:defRPr sz="1800" b="0">
                <a:solidFill>
                  <a:srgbClr val="152238"/>
                </a:solidFill>
                <a:latin typeface="Liberation Sans"/>
                <a:ea typeface="Liberation Sans"/>
                <a:cs typeface="Liberation Sans"/>
              </a:defRPr>
            </a:lvl7pPr>
            <a:lvl8pPr>
              <a:defRPr sz="1800" b="0">
                <a:solidFill>
                  <a:srgbClr val="152238"/>
                </a:solidFill>
                <a:latin typeface="Liberation Sans"/>
                <a:ea typeface="Liberation Sans"/>
                <a:cs typeface="Liberation Sans"/>
              </a:defRPr>
            </a:lvl8pPr>
            <a:lvl9pPr>
              <a:defRPr sz="1800" b="0">
                <a:solidFill>
                  <a:srgbClr val="152238"/>
                </a:solidFill>
                <a:latin typeface="Liberation Sans"/>
                <a:ea typeface="Liberation Sans"/>
                <a:cs typeface="Liberation Sans"/>
              </a:defRPr>
            </a:lvl9pPr>
          </a:lstStyle>
          <a:p xmlns:a="http://schemas.openxmlformats.org/drawingml/2006/main">
            <a:pPr>
              <a:defRPr sz="1800" b="0">
                <a:solidFill>
                  <a:srgbClr val="152238"/>
                </a:solidFill>
                <a:latin typeface="Liberation Sans"/>
                <a:ea typeface="Liberation Sans"/>
                <a:cs typeface="Liberation Sans"/>
              </a:defRPr>
            </a:pPr>
            <a:r>
              <a:rPr sz="1800" b="0">
                <a:solidFill>
                  <a:srgbClr val="152238"/>
                </a:solidFill>
                <a:latin typeface="Liberation Sans"/>
                <a:ea typeface="Liberation Sans"/>
                <a:cs typeface="Liberation Sans"/>
              </a:rPr>
              <a:t>•  30 original authored items; quick start selects up to 10.</a:t>
            </a:r>
          </a:p>
        </p:txBody>
      </p:sp>
      <p:sp>
        <p:nvSpPr>
          <p:cNvPr id="9" name="">
            <a:extLst xmlns:a="http://schemas.openxmlformats.org/drawingml/2006/main">
              <a:ext uri="{FF2B5EF4-FFF2-40B4-BE49-F238E27FC236}">
                <a16:creationId xmlns:a16="http://schemas.microsoft.com/office/drawing/2014/main" id="{A1EC297D-35FE-470F-8F83-17B5CD1981A9}"/>
              </a:ext>
            </a:extLst>
          </p:cNvPr>
          <p:cNvSpPr>
            <a:spLocks xmlns:a="http://schemas.openxmlformats.org/drawingml/2006/main" noGrp="1"/>
          </p:cNvSpPr>
          <p:nvPr/>
        </p:nvSpPr>
        <p:spPr>
          <a:xfrm xmlns:a="http://schemas.openxmlformats.org/drawingml/2006/main">
            <a:off x="666750" y="29051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0">
                <a:solidFill>
                  <a:srgbClr val="152238"/>
                </a:solidFill>
                <a:latin typeface="Liberation Sans"/>
                <a:ea typeface="Liberation Sans"/>
                <a:cs typeface="Liberation Sans"/>
              </a:defRPr>
            </a:defPPr>
            <a:lvl1pPr>
              <a:defRPr sz="1800" b="0">
                <a:solidFill>
                  <a:srgbClr val="152238"/>
                </a:solidFill>
                <a:latin typeface="Liberation Sans"/>
                <a:ea typeface="Liberation Sans"/>
                <a:cs typeface="Liberation Sans"/>
              </a:defRPr>
            </a:lvl1pPr>
            <a:lvl2pPr>
              <a:defRPr sz="1800" b="0">
                <a:solidFill>
                  <a:srgbClr val="152238"/>
                </a:solidFill>
                <a:latin typeface="Liberation Sans"/>
                <a:ea typeface="Liberation Sans"/>
                <a:cs typeface="Liberation Sans"/>
              </a:defRPr>
            </a:lvl2pPr>
            <a:lvl3pPr>
              <a:defRPr sz="1800" b="0">
                <a:solidFill>
                  <a:srgbClr val="152238"/>
                </a:solidFill>
                <a:latin typeface="Liberation Sans"/>
                <a:ea typeface="Liberation Sans"/>
                <a:cs typeface="Liberation Sans"/>
              </a:defRPr>
            </a:lvl3pPr>
            <a:lvl4pPr>
              <a:defRPr sz="1800" b="0">
                <a:solidFill>
                  <a:srgbClr val="152238"/>
                </a:solidFill>
                <a:latin typeface="Liberation Sans"/>
                <a:ea typeface="Liberation Sans"/>
                <a:cs typeface="Liberation Sans"/>
              </a:defRPr>
            </a:lvl4pPr>
            <a:lvl5pPr>
              <a:defRPr sz="1800" b="0">
                <a:solidFill>
                  <a:srgbClr val="152238"/>
                </a:solidFill>
                <a:latin typeface="Liberation Sans"/>
                <a:ea typeface="Liberation Sans"/>
                <a:cs typeface="Liberation Sans"/>
              </a:defRPr>
            </a:lvl5pPr>
            <a:lvl6pPr>
              <a:defRPr sz="1800" b="0">
                <a:solidFill>
                  <a:srgbClr val="152238"/>
                </a:solidFill>
                <a:latin typeface="Liberation Sans"/>
                <a:ea typeface="Liberation Sans"/>
                <a:cs typeface="Liberation Sans"/>
              </a:defRPr>
            </a:lvl6pPr>
            <a:lvl7pPr>
              <a:defRPr sz="1800" b="0">
                <a:solidFill>
                  <a:srgbClr val="152238"/>
                </a:solidFill>
                <a:latin typeface="Liberation Sans"/>
                <a:ea typeface="Liberation Sans"/>
                <a:cs typeface="Liberation Sans"/>
              </a:defRPr>
            </a:lvl7pPr>
            <a:lvl8pPr>
              <a:defRPr sz="1800" b="0">
                <a:solidFill>
                  <a:srgbClr val="152238"/>
                </a:solidFill>
                <a:latin typeface="Liberation Sans"/>
                <a:ea typeface="Liberation Sans"/>
                <a:cs typeface="Liberation Sans"/>
              </a:defRPr>
            </a:lvl8pPr>
            <a:lvl9pPr>
              <a:defRPr sz="1800" b="0">
                <a:solidFill>
                  <a:srgbClr val="152238"/>
                </a:solidFill>
                <a:latin typeface="Liberation Sans"/>
                <a:ea typeface="Liberation Sans"/>
                <a:cs typeface="Liberation Sans"/>
              </a:defRPr>
            </a:lvl9pPr>
          </a:lstStyle>
          <a:p xmlns:a="http://schemas.openxmlformats.org/drawingml/2006/main">
            <a:pPr>
              <a:defRPr sz="1800" b="0">
                <a:solidFill>
                  <a:srgbClr val="152238"/>
                </a:solidFill>
                <a:latin typeface="Liberation Sans"/>
                <a:ea typeface="Liberation Sans"/>
                <a:cs typeface="Liberation Sans"/>
              </a:defRPr>
            </a:pPr>
            <a:r>
              <a:rPr sz="1800" b="0">
                <a:solidFill>
                  <a:srgbClr val="152238"/>
                </a:solidFill>
                <a:latin typeface="Liberation Sans"/>
                <a:ea typeface="Liberation Sans"/>
                <a:cs typeface="Liberation Sans"/>
              </a:rPr>
              <a:t>•  Category-balanced selection uses a local seed.</a:t>
            </a:r>
          </a:p>
        </p:txBody>
      </p:sp>
      <p:sp>
        <p:nvSpPr>
          <p:cNvPr id="10" name="">
            <a:extLst xmlns:a="http://schemas.openxmlformats.org/drawingml/2006/main">
              <a:ext uri="{FF2B5EF4-FFF2-40B4-BE49-F238E27FC236}">
                <a16:creationId xmlns:a16="http://schemas.microsoft.com/office/drawing/2014/main" id="{87F7D2B3-1135-45A1-A029-6861CC96734D}"/>
              </a:ext>
            </a:extLst>
          </p:cNvPr>
          <p:cNvSpPr>
            <a:spLocks xmlns:a="http://schemas.openxmlformats.org/drawingml/2006/main" noGrp="1"/>
          </p:cNvSpPr>
          <p:nvPr/>
        </p:nvSpPr>
        <p:spPr>
          <a:xfrm xmlns:a="http://schemas.openxmlformats.org/drawingml/2006/main">
            <a:off x="666750" y="38576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950" b="1">
                <a:solidFill>
                  <a:srgbClr val="BC741D"/>
                </a:solidFill>
                <a:latin typeface="Liberation Sans"/>
                <a:ea typeface="Liberation Sans"/>
                <a:cs typeface="Liberation Sans"/>
              </a:defRPr>
            </a:defPPr>
            <a:lvl1pPr>
              <a:defRPr sz="1950" b="1">
                <a:solidFill>
                  <a:srgbClr val="BC741D"/>
                </a:solidFill>
                <a:latin typeface="Liberation Sans"/>
                <a:ea typeface="Liberation Sans"/>
                <a:cs typeface="Liberation Sans"/>
              </a:defRPr>
            </a:lvl1pPr>
            <a:lvl2pPr>
              <a:defRPr sz="1950" b="1">
                <a:solidFill>
                  <a:srgbClr val="BC741D"/>
                </a:solidFill>
                <a:latin typeface="Liberation Sans"/>
                <a:ea typeface="Liberation Sans"/>
                <a:cs typeface="Liberation Sans"/>
              </a:defRPr>
            </a:lvl2pPr>
            <a:lvl3pPr>
              <a:defRPr sz="1950" b="1">
                <a:solidFill>
                  <a:srgbClr val="BC741D"/>
                </a:solidFill>
                <a:latin typeface="Liberation Sans"/>
                <a:ea typeface="Liberation Sans"/>
                <a:cs typeface="Liberation Sans"/>
              </a:defRPr>
            </a:lvl3pPr>
            <a:lvl4pPr>
              <a:defRPr sz="1950" b="1">
                <a:solidFill>
                  <a:srgbClr val="BC741D"/>
                </a:solidFill>
                <a:latin typeface="Liberation Sans"/>
                <a:ea typeface="Liberation Sans"/>
                <a:cs typeface="Liberation Sans"/>
              </a:defRPr>
            </a:lvl4pPr>
            <a:lvl5pPr>
              <a:defRPr sz="1950" b="1">
                <a:solidFill>
                  <a:srgbClr val="BC741D"/>
                </a:solidFill>
                <a:latin typeface="Liberation Sans"/>
                <a:ea typeface="Liberation Sans"/>
                <a:cs typeface="Liberation Sans"/>
              </a:defRPr>
            </a:lvl5pPr>
            <a:lvl6pPr>
              <a:defRPr sz="1950" b="1">
                <a:solidFill>
                  <a:srgbClr val="BC741D"/>
                </a:solidFill>
                <a:latin typeface="Liberation Sans"/>
                <a:ea typeface="Liberation Sans"/>
                <a:cs typeface="Liberation Sans"/>
              </a:defRPr>
            </a:lvl6pPr>
            <a:lvl7pPr>
              <a:defRPr sz="1950" b="1">
                <a:solidFill>
                  <a:srgbClr val="BC741D"/>
                </a:solidFill>
                <a:latin typeface="Liberation Sans"/>
                <a:ea typeface="Liberation Sans"/>
                <a:cs typeface="Liberation Sans"/>
              </a:defRPr>
            </a:lvl7pPr>
            <a:lvl8pPr>
              <a:defRPr sz="1950" b="1">
                <a:solidFill>
                  <a:srgbClr val="BC741D"/>
                </a:solidFill>
                <a:latin typeface="Liberation Sans"/>
                <a:ea typeface="Liberation Sans"/>
                <a:cs typeface="Liberation Sans"/>
              </a:defRPr>
            </a:lvl8pPr>
            <a:lvl9pPr>
              <a:defRPr sz="1950" b="1">
                <a:solidFill>
                  <a:srgbClr val="BC741D"/>
                </a:solidFill>
                <a:latin typeface="Liberation Sans"/>
                <a:ea typeface="Liberation Sans"/>
                <a:cs typeface="Liberation Sans"/>
              </a:defRPr>
            </a:lvl9pPr>
          </a:lstStyle>
          <a:p xmlns:a="http://schemas.openxmlformats.org/drawingml/2006/main">
            <a:pPr>
              <a:defRPr sz="1950" b="1">
                <a:solidFill>
                  <a:srgbClr val="BC741D"/>
                </a:solidFill>
                <a:latin typeface="Liberation Sans"/>
                <a:ea typeface="Liberation Sans"/>
                <a:cs typeface="Liberation Sans"/>
              </a:defRPr>
            </a:pPr>
            <a:r>
              <a:rPr sz="1950" b="1">
                <a:solidFill>
                  <a:srgbClr val="BC741D"/>
                </a:solidFill>
                <a:latin typeface="Liberation Sans"/>
                <a:ea typeface="Liberation Sans"/>
                <a:cs typeface="Liberation Sans"/>
              </a:rPr>
              <a:t>Imported data</a:t>
            </a:r>
          </a:p>
        </p:txBody>
      </p:sp>
      <p:sp>
        <p:nvSpPr>
          <p:cNvPr id="11" name="">
            <a:extLst xmlns:a="http://schemas.openxmlformats.org/drawingml/2006/main">
              <a:ext uri="{FF2B5EF4-FFF2-40B4-BE49-F238E27FC236}">
                <a16:creationId xmlns:a16="http://schemas.microsoft.com/office/drawing/2014/main" id="{10F46C27-51B3-479F-83BD-D1D2D0ABC784}"/>
              </a:ext>
            </a:extLst>
          </p:cNvPr>
          <p:cNvSpPr>
            <a:spLocks xmlns:a="http://schemas.openxmlformats.org/drawingml/2006/main" noGrp="1"/>
          </p:cNvSpPr>
          <p:nvPr/>
        </p:nvSpPr>
        <p:spPr>
          <a:xfrm xmlns:a="http://schemas.openxmlformats.org/drawingml/2006/main">
            <a:off x="666750" y="44005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0">
                <a:solidFill>
                  <a:srgbClr val="152238"/>
                </a:solidFill>
                <a:latin typeface="Liberation Sans"/>
                <a:ea typeface="Liberation Sans"/>
                <a:cs typeface="Liberation Sans"/>
              </a:defRPr>
            </a:defPPr>
            <a:lvl1pPr>
              <a:defRPr sz="1800" b="0">
                <a:solidFill>
                  <a:srgbClr val="152238"/>
                </a:solidFill>
                <a:latin typeface="Liberation Sans"/>
                <a:ea typeface="Liberation Sans"/>
                <a:cs typeface="Liberation Sans"/>
              </a:defRPr>
            </a:lvl1pPr>
            <a:lvl2pPr>
              <a:defRPr sz="1800" b="0">
                <a:solidFill>
                  <a:srgbClr val="152238"/>
                </a:solidFill>
                <a:latin typeface="Liberation Sans"/>
                <a:ea typeface="Liberation Sans"/>
                <a:cs typeface="Liberation Sans"/>
              </a:defRPr>
            </a:lvl2pPr>
            <a:lvl3pPr>
              <a:defRPr sz="1800" b="0">
                <a:solidFill>
                  <a:srgbClr val="152238"/>
                </a:solidFill>
                <a:latin typeface="Liberation Sans"/>
                <a:ea typeface="Liberation Sans"/>
                <a:cs typeface="Liberation Sans"/>
              </a:defRPr>
            </a:lvl3pPr>
            <a:lvl4pPr>
              <a:defRPr sz="1800" b="0">
                <a:solidFill>
                  <a:srgbClr val="152238"/>
                </a:solidFill>
                <a:latin typeface="Liberation Sans"/>
                <a:ea typeface="Liberation Sans"/>
                <a:cs typeface="Liberation Sans"/>
              </a:defRPr>
            </a:lvl4pPr>
            <a:lvl5pPr>
              <a:defRPr sz="1800" b="0">
                <a:solidFill>
                  <a:srgbClr val="152238"/>
                </a:solidFill>
                <a:latin typeface="Liberation Sans"/>
                <a:ea typeface="Liberation Sans"/>
                <a:cs typeface="Liberation Sans"/>
              </a:defRPr>
            </a:lvl5pPr>
            <a:lvl6pPr>
              <a:defRPr sz="1800" b="0">
                <a:solidFill>
                  <a:srgbClr val="152238"/>
                </a:solidFill>
                <a:latin typeface="Liberation Sans"/>
                <a:ea typeface="Liberation Sans"/>
                <a:cs typeface="Liberation Sans"/>
              </a:defRPr>
            </a:lvl6pPr>
            <a:lvl7pPr>
              <a:defRPr sz="1800" b="0">
                <a:solidFill>
                  <a:srgbClr val="152238"/>
                </a:solidFill>
                <a:latin typeface="Liberation Sans"/>
                <a:ea typeface="Liberation Sans"/>
                <a:cs typeface="Liberation Sans"/>
              </a:defRPr>
            </a:lvl7pPr>
            <a:lvl8pPr>
              <a:defRPr sz="1800" b="0">
                <a:solidFill>
                  <a:srgbClr val="152238"/>
                </a:solidFill>
                <a:latin typeface="Liberation Sans"/>
                <a:ea typeface="Liberation Sans"/>
                <a:cs typeface="Liberation Sans"/>
              </a:defRPr>
            </a:lvl8pPr>
            <a:lvl9pPr>
              <a:defRPr sz="1800" b="0">
                <a:solidFill>
                  <a:srgbClr val="152238"/>
                </a:solidFill>
                <a:latin typeface="Liberation Sans"/>
                <a:ea typeface="Liberation Sans"/>
                <a:cs typeface="Liberation Sans"/>
              </a:defRPr>
            </a:lvl9pPr>
          </a:lstStyle>
          <a:p xmlns:a="http://schemas.openxmlformats.org/drawingml/2006/main">
            <a:pPr>
              <a:defRPr sz="1800" b="0">
                <a:solidFill>
                  <a:srgbClr val="152238"/>
                </a:solidFill>
                <a:latin typeface="Liberation Sans"/>
                <a:ea typeface="Liberation Sans"/>
                <a:cs typeface="Liberation Sans"/>
              </a:defRPr>
            </a:pPr>
            <a:r>
              <a:rPr sz="1800" b="0">
                <a:solidFill>
                  <a:srgbClr val="152238"/>
                </a:solidFill>
                <a:latin typeface="Liberation Sans"/>
                <a:ea typeface="Liberation Sans"/>
                <a:cs typeface="Liberation Sans"/>
              </a:rPr>
              <a:t>•  CSV or JSONL validation preserves source, license, split and family.</a:t>
            </a:r>
          </a:p>
        </p:txBody>
      </p:sp>
      <p:sp>
        <p:nvSpPr>
          <p:cNvPr id="12" name="">
            <a:extLst xmlns:a="http://schemas.openxmlformats.org/drawingml/2006/main">
              <a:ext uri="{FF2B5EF4-FFF2-40B4-BE49-F238E27FC236}">
                <a16:creationId xmlns:a16="http://schemas.microsoft.com/office/drawing/2014/main" id="{2E8AA3C6-F513-49A6-8D57-D2496B0F6FFD}"/>
              </a:ext>
            </a:extLst>
          </p:cNvPr>
          <p:cNvSpPr>
            <a:spLocks xmlns:a="http://schemas.openxmlformats.org/drawingml/2006/main" noGrp="1"/>
          </p:cNvSpPr>
          <p:nvPr/>
        </p:nvSpPr>
        <p:spPr>
          <a:xfrm xmlns:a="http://schemas.openxmlformats.org/drawingml/2006/main">
            <a:off x="666750" y="509587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Canonical hashes protect version identity; declared review is not independent review.</a:t>
            </a:r>
          </a:p>
        </p:txBody>
      </p:sp>
    </p:spTree>
    <p:extLst>
      <p:ext uri="{BB962C8B-B14F-4D97-AF65-F5344CB8AC3E}">
        <p14:creationId xmlns:p14="http://schemas.microsoft.com/office/powerpoint/2010/main" val="1055639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C3AC707-0914-4EA4-9788-38700A40905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2D429CBF-1C02-4E4F-B7E6-B35CB9812E5F}"/>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D4820E73-8884-4727-BBDE-56A2664B8667}"/>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HOW: a fair planned comparison</a:t>
            </a:r>
          </a:p>
        </p:txBody>
      </p:sp>
      <p:sp>
        <p:nvSpPr>
          <p:cNvPr id="4" name="">
            <a:extLst xmlns:a="http://schemas.openxmlformats.org/drawingml/2006/main">
              <a:ext uri="{FF2B5EF4-FFF2-40B4-BE49-F238E27FC236}">
                <a16:creationId xmlns:a16="http://schemas.microsoft.com/office/drawing/2014/main" id="{C4A301AF-4B4F-41F3-ADF8-DC84B02203E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F7AF741A-9586-4461-BCF5-28B6E148C601}"/>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33ECC1FA-032C-4AC4-BF6A-1E0218B4F351}"/>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07</a:t>
            </a:r>
          </a:p>
        </p:txBody>
      </p:sp>
      <p:pic>
        <p:nvPicPr>
          <p:cNvPr id="7" name="">
            <a:extLst xmlns:a="http://schemas.openxmlformats.org/drawingml/2006/main">
              <a:ext uri="{FF2B5EF4-FFF2-40B4-BE49-F238E27FC236}">
                <a16:creationId xmlns:a16="http://schemas.microsoft.com/office/drawing/2014/main" id="{5F191C7E-1F59-41A7-9CD9-01DDB82BDC1C}"/>
              </a:ext>
            </a:extLst>
          </p:cNvPr>
          <p:cNvPicPr>
            <a:picLocks xmlns:a="http://schemas.openxmlformats.org/drawingml/2006/main" noChangeAspect="1"/>
          </p:cNvPicPr>
          <p:nvPr/>
        </p:nvPicPr>
        <p:blipFill>
          <a:blip xmlns:r="http://schemas.openxmlformats.org/officeDocument/2006/relationships" xmlns:a="http://schemas.openxmlformats.org/drawingml/2006/main" r:embed="R66d269b9a4324b12"/>
          <a:stretch xmlns:a="http://schemas.openxmlformats.org/drawingml/2006/main"/>
        </p:blipFill>
        <p:spPr>
          <a:xfrm xmlns:a="http://schemas.openxmlformats.org/drawingml/2006/main">
            <a:off x="6209039" y="1609725"/>
            <a:ext cx="4631673" cy="4095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144CA44-6B54-4544-A795-DCE23D32F4C6}"/>
              </a:ext>
            </a:extLst>
          </p:cNvPr>
          <p:cNvSpPr>
            <a:spLocks xmlns:a="http://schemas.openxmlformats.org/drawingml/2006/main" noGrp="1"/>
          </p:cNvSpPr>
          <p:nvPr/>
        </p:nvSpPr>
        <p:spPr>
          <a:xfrm xmlns:a="http://schemas.openxmlformats.org/drawingml/2006/main">
            <a:off x="666750" y="16383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75" b="0">
                <a:solidFill>
                  <a:srgbClr val="152238"/>
                </a:solidFill>
                <a:latin typeface="Liberation Sans"/>
                <a:ea typeface="Liberation Sans"/>
                <a:cs typeface="Liberation Sans"/>
              </a:defRPr>
            </a:defPPr>
            <a:lvl1pPr>
              <a:defRPr sz="1575" b="0">
                <a:solidFill>
                  <a:srgbClr val="152238"/>
                </a:solidFill>
                <a:latin typeface="Liberation Sans"/>
                <a:ea typeface="Liberation Sans"/>
                <a:cs typeface="Liberation Sans"/>
              </a:defRPr>
            </a:lvl1pPr>
            <a:lvl2pPr>
              <a:defRPr sz="1575" b="0">
                <a:solidFill>
                  <a:srgbClr val="152238"/>
                </a:solidFill>
                <a:latin typeface="Liberation Sans"/>
                <a:ea typeface="Liberation Sans"/>
                <a:cs typeface="Liberation Sans"/>
              </a:defRPr>
            </a:lvl2pPr>
            <a:lvl3pPr>
              <a:defRPr sz="1575" b="0">
                <a:solidFill>
                  <a:srgbClr val="152238"/>
                </a:solidFill>
                <a:latin typeface="Liberation Sans"/>
                <a:ea typeface="Liberation Sans"/>
                <a:cs typeface="Liberation Sans"/>
              </a:defRPr>
            </a:lvl3pPr>
            <a:lvl4pPr>
              <a:defRPr sz="1575" b="0">
                <a:solidFill>
                  <a:srgbClr val="152238"/>
                </a:solidFill>
                <a:latin typeface="Liberation Sans"/>
                <a:ea typeface="Liberation Sans"/>
                <a:cs typeface="Liberation Sans"/>
              </a:defRPr>
            </a:lvl4pPr>
            <a:lvl5pPr>
              <a:defRPr sz="1575" b="0">
                <a:solidFill>
                  <a:srgbClr val="152238"/>
                </a:solidFill>
                <a:latin typeface="Liberation Sans"/>
                <a:ea typeface="Liberation Sans"/>
                <a:cs typeface="Liberation Sans"/>
              </a:defRPr>
            </a:lvl5pPr>
            <a:lvl6pPr>
              <a:defRPr sz="1575" b="0">
                <a:solidFill>
                  <a:srgbClr val="152238"/>
                </a:solidFill>
                <a:latin typeface="Liberation Sans"/>
                <a:ea typeface="Liberation Sans"/>
                <a:cs typeface="Liberation Sans"/>
              </a:defRPr>
            </a:lvl6pPr>
            <a:lvl7pPr>
              <a:defRPr sz="1575" b="0">
                <a:solidFill>
                  <a:srgbClr val="152238"/>
                </a:solidFill>
                <a:latin typeface="Liberation Sans"/>
                <a:ea typeface="Liberation Sans"/>
                <a:cs typeface="Liberation Sans"/>
              </a:defRPr>
            </a:lvl7pPr>
            <a:lvl8pPr>
              <a:defRPr sz="1575" b="0">
                <a:solidFill>
                  <a:srgbClr val="152238"/>
                </a:solidFill>
                <a:latin typeface="Liberation Sans"/>
                <a:ea typeface="Liberation Sans"/>
                <a:cs typeface="Liberation Sans"/>
              </a:defRPr>
            </a:lvl8pPr>
            <a:lvl9pPr>
              <a:defRPr sz="1575" b="0">
                <a:solidFill>
                  <a:srgbClr val="152238"/>
                </a:solidFill>
                <a:latin typeface="Liberation Sans"/>
                <a:ea typeface="Liberation Sans"/>
                <a:cs typeface="Liberation Sans"/>
              </a:defRPr>
            </a:lvl9pPr>
          </a:lstStyle>
          <a:p xmlns:a="http://schemas.openxmlformats.org/drawingml/2006/main">
            <a:pPr>
              <a:defRPr sz="1575" b="0">
                <a:solidFill>
                  <a:srgbClr val="152238"/>
                </a:solidFill>
                <a:latin typeface="Liberation Sans"/>
                <a:ea typeface="Liberation Sans"/>
                <a:cs typeface="Liberation Sans"/>
              </a:defRPr>
            </a:pPr>
            <a:r>
              <a:rPr sz="1575" b="0">
                <a:solidFill>
                  <a:srgbClr val="152238"/>
                </a:solidFill>
                <a:latin typeface="Liberation Sans"/>
                <a:ea typeface="Liberation Sans"/>
                <a:cs typeface="Liberation Sans"/>
              </a:rPr>
              <a:t>•  Both routes receive the same selected questions and instruction.</a:t>
            </a:r>
          </a:p>
        </p:txBody>
      </p:sp>
      <p:sp>
        <p:nvSpPr>
          <p:cNvPr id="9" name="">
            <a:extLst xmlns:a="http://schemas.openxmlformats.org/drawingml/2006/main">
              <a:ext uri="{FF2B5EF4-FFF2-40B4-BE49-F238E27FC236}">
                <a16:creationId xmlns:a16="http://schemas.microsoft.com/office/drawing/2014/main" id="{0A3B5AB8-BBF3-400D-B7C4-598A247294CC}"/>
              </a:ext>
            </a:extLst>
          </p:cNvPr>
          <p:cNvSpPr>
            <a:spLocks xmlns:a="http://schemas.openxmlformats.org/drawingml/2006/main" noGrp="1"/>
          </p:cNvSpPr>
          <p:nvPr/>
        </p:nvSpPr>
        <p:spPr>
          <a:xfrm xmlns:a="http://schemas.openxmlformats.org/drawingml/2006/main">
            <a:off x="666750" y="2505075"/>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75" b="0">
                <a:solidFill>
                  <a:srgbClr val="152238"/>
                </a:solidFill>
                <a:latin typeface="Liberation Sans"/>
                <a:ea typeface="Liberation Sans"/>
                <a:cs typeface="Liberation Sans"/>
              </a:defRPr>
            </a:defPPr>
            <a:lvl1pPr>
              <a:defRPr sz="1575" b="0">
                <a:solidFill>
                  <a:srgbClr val="152238"/>
                </a:solidFill>
                <a:latin typeface="Liberation Sans"/>
                <a:ea typeface="Liberation Sans"/>
                <a:cs typeface="Liberation Sans"/>
              </a:defRPr>
            </a:lvl1pPr>
            <a:lvl2pPr>
              <a:defRPr sz="1575" b="0">
                <a:solidFill>
                  <a:srgbClr val="152238"/>
                </a:solidFill>
                <a:latin typeface="Liberation Sans"/>
                <a:ea typeface="Liberation Sans"/>
                <a:cs typeface="Liberation Sans"/>
              </a:defRPr>
            </a:lvl2pPr>
            <a:lvl3pPr>
              <a:defRPr sz="1575" b="0">
                <a:solidFill>
                  <a:srgbClr val="152238"/>
                </a:solidFill>
                <a:latin typeface="Liberation Sans"/>
                <a:ea typeface="Liberation Sans"/>
                <a:cs typeface="Liberation Sans"/>
              </a:defRPr>
            </a:lvl3pPr>
            <a:lvl4pPr>
              <a:defRPr sz="1575" b="0">
                <a:solidFill>
                  <a:srgbClr val="152238"/>
                </a:solidFill>
                <a:latin typeface="Liberation Sans"/>
                <a:ea typeface="Liberation Sans"/>
                <a:cs typeface="Liberation Sans"/>
              </a:defRPr>
            </a:lvl4pPr>
            <a:lvl5pPr>
              <a:defRPr sz="1575" b="0">
                <a:solidFill>
                  <a:srgbClr val="152238"/>
                </a:solidFill>
                <a:latin typeface="Liberation Sans"/>
                <a:ea typeface="Liberation Sans"/>
                <a:cs typeface="Liberation Sans"/>
              </a:defRPr>
            </a:lvl5pPr>
            <a:lvl6pPr>
              <a:defRPr sz="1575" b="0">
                <a:solidFill>
                  <a:srgbClr val="152238"/>
                </a:solidFill>
                <a:latin typeface="Liberation Sans"/>
                <a:ea typeface="Liberation Sans"/>
                <a:cs typeface="Liberation Sans"/>
              </a:defRPr>
            </a:lvl6pPr>
            <a:lvl7pPr>
              <a:defRPr sz="1575" b="0">
                <a:solidFill>
                  <a:srgbClr val="152238"/>
                </a:solidFill>
                <a:latin typeface="Liberation Sans"/>
                <a:ea typeface="Liberation Sans"/>
                <a:cs typeface="Liberation Sans"/>
              </a:defRPr>
            </a:lvl7pPr>
            <a:lvl8pPr>
              <a:defRPr sz="1575" b="0">
                <a:solidFill>
                  <a:srgbClr val="152238"/>
                </a:solidFill>
                <a:latin typeface="Liberation Sans"/>
                <a:ea typeface="Liberation Sans"/>
                <a:cs typeface="Liberation Sans"/>
              </a:defRPr>
            </a:lvl8pPr>
            <a:lvl9pPr>
              <a:defRPr sz="1575" b="0">
                <a:solidFill>
                  <a:srgbClr val="152238"/>
                </a:solidFill>
                <a:latin typeface="Liberation Sans"/>
                <a:ea typeface="Liberation Sans"/>
                <a:cs typeface="Liberation Sans"/>
              </a:defRPr>
            </a:lvl9pPr>
          </a:lstStyle>
          <a:p xmlns:a="http://schemas.openxmlformats.org/drawingml/2006/main">
            <a:pPr>
              <a:defRPr sz="1575" b="0">
                <a:solidFill>
                  <a:srgbClr val="152238"/>
                </a:solidFill>
                <a:latin typeface="Liberation Sans"/>
                <a:ea typeface="Liberation Sans"/>
                <a:cs typeface="Liberation Sans"/>
              </a:defRPr>
            </a:pPr>
            <a:r>
              <a:rPr sz="1575" b="0">
                <a:solidFill>
                  <a:srgbClr val="152238"/>
                </a:solidFill>
                <a:latin typeface="Liberation Sans"/>
                <a:ea typeface="Liberation Sans"/>
                <a:cs typeface="Liberation Sans"/>
              </a:rPr>
              <a:t>•  The design freezes exact route identity and request settings.</a:t>
            </a:r>
          </a:p>
        </p:txBody>
      </p:sp>
      <p:sp>
        <p:nvSpPr>
          <p:cNvPr id="10" name="">
            <a:extLst xmlns:a="http://schemas.openxmlformats.org/drawingml/2006/main">
              <a:ext uri="{FF2B5EF4-FFF2-40B4-BE49-F238E27FC236}">
                <a16:creationId xmlns:a16="http://schemas.microsoft.com/office/drawing/2014/main" id="{68D4B435-9307-4333-AF83-99AC92F731A0}"/>
              </a:ext>
            </a:extLst>
          </p:cNvPr>
          <p:cNvSpPr>
            <a:spLocks xmlns:a="http://schemas.openxmlformats.org/drawingml/2006/main" noGrp="1"/>
          </p:cNvSpPr>
          <p:nvPr/>
        </p:nvSpPr>
        <p:spPr>
          <a:xfrm xmlns:a="http://schemas.openxmlformats.org/drawingml/2006/main">
            <a:off x="666750" y="33718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75" b="0">
                <a:solidFill>
                  <a:srgbClr val="152238"/>
                </a:solidFill>
                <a:latin typeface="Liberation Sans"/>
                <a:ea typeface="Liberation Sans"/>
                <a:cs typeface="Liberation Sans"/>
              </a:defRPr>
            </a:defPPr>
            <a:lvl1pPr>
              <a:defRPr sz="1575" b="0">
                <a:solidFill>
                  <a:srgbClr val="152238"/>
                </a:solidFill>
                <a:latin typeface="Liberation Sans"/>
                <a:ea typeface="Liberation Sans"/>
                <a:cs typeface="Liberation Sans"/>
              </a:defRPr>
            </a:lvl1pPr>
            <a:lvl2pPr>
              <a:defRPr sz="1575" b="0">
                <a:solidFill>
                  <a:srgbClr val="152238"/>
                </a:solidFill>
                <a:latin typeface="Liberation Sans"/>
                <a:ea typeface="Liberation Sans"/>
                <a:cs typeface="Liberation Sans"/>
              </a:defRPr>
            </a:lvl2pPr>
            <a:lvl3pPr>
              <a:defRPr sz="1575" b="0">
                <a:solidFill>
                  <a:srgbClr val="152238"/>
                </a:solidFill>
                <a:latin typeface="Liberation Sans"/>
                <a:ea typeface="Liberation Sans"/>
                <a:cs typeface="Liberation Sans"/>
              </a:defRPr>
            </a:lvl3pPr>
            <a:lvl4pPr>
              <a:defRPr sz="1575" b="0">
                <a:solidFill>
                  <a:srgbClr val="152238"/>
                </a:solidFill>
                <a:latin typeface="Liberation Sans"/>
                <a:ea typeface="Liberation Sans"/>
                <a:cs typeface="Liberation Sans"/>
              </a:defRPr>
            </a:lvl4pPr>
            <a:lvl5pPr>
              <a:defRPr sz="1575" b="0">
                <a:solidFill>
                  <a:srgbClr val="152238"/>
                </a:solidFill>
                <a:latin typeface="Liberation Sans"/>
                <a:ea typeface="Liberation Sans"/>
                <a:cs typeface="Liberation Sans"/>
              </a:defRPr>
            </a:lvl5pPr>
            <a:lvl6pPr>
              <a:defRPr sz="1575" b="0">
                <a:solidFill>
                  <a:srgbClr val="152238"/>
                </a:solidFill>
                <a:latin typeface="Liberation Sans"/>
                <a:ea typeface="Liberation Sans"/>
                <a:cs typeface="Liberation Sans"/>
              </a:defRPr>
            </a:lvl6pPr>
            <a:lvl7pPr>
              <a:defRPr sz="1575" b="0">
                <a:solidFill>
                  <a:srgbClr val="152238"/>
                </a:solidFill>
                <a:latin typeface="Liberation Sans"/>
                <a:ea typeface="Liberation Sans"/>
                <a:cs typeface="Liberation Sans"/>
              </a:defRPr>
            </a:lvl7pPr>
            <a:lvl8pPr>
              <a:defRPr sz="1575" b="0">
                <a:solidFill>
                  <a:srgbClr val="152238"/>
                </a:solidFill>
                <a:latin typeface="Liberation Sans"/>
                <a:ea typeface="Liberation Sans"/>
                <a:cs typeface="Liberation Sans"/>
              </a:defRPr>
            </a:lvl8pPr>
            <a:lvl9pPr>
              <a:defRPr sz="1575" b="0">
                <a:solidFill>
                  <a:srgbClr val="152238"/>
                </a:solidFill>
                <a:latin typeface="Liberation Sans"/>
                <a:ea typeface="Liberation Sans"/>
                <a:cs typeface="Liberation Sans"/>
              </a:defRPr>
            </a:lvl9pPr>
          </a:lstStyle>
          <a:p xmlns:a="http://schemas.openxmlformats.org/drawingml/2006/main">
            <a:pPr>
              <a:defRPr sz="1575" b="0">
                <a:solidFill>
                  <a:srgbClr val="152238"/>
                </a:solidFill>
                <a:latin typeface="Liberation Sans"/>
                <a:ea typeface="Liberation Sans"/>
                <a:cs typeface="Liberation Sans"/>
              </a:defRPr>
            </a:pPr>
            <a:r>
              <a:rPr sz="1575" b="0">
                <a:solidFill>
                  <a:srgbClr val="152238"/>
                </a:solidFill>
                <a:latin typeface="Liberation Sans"/>
                <a:ea typeface="Liberation Sans"/>
                <a:cs typeface="Liberation Sans"/>
              </a:rPr>
              <a:t>•  Review estimates show initial requests, retries and attempt cap.</a:t>
            </a:r>
          </a:p>
        </p:txBody>
      </p:sp>
      <p:sp>
        <p:nvSpPr>
          <p:cNvPr id="11" name="">
            <a:extLst xmlns:a="http://schemas.openxmlformats.org/drawingml/2006/main">
              <a:ext uri="{FF2B5EF4-FFF2-40B4-BE49-F238E27FC236}">
                <a16:creationId xmlns:a16="http://schemas.microsoft.com/office/drawing/2014/main" id="{8ECE1F45-E359-41C2-AEBA-7AA4A888C0B4}"/>
              </a:ext>
            </a:extLst>
          </p:cNvPr>
          <p:cNvSpPr>
            <a:spLocks xmlns:a="http://schemas.openxmlformats.org/drawingml/2006/main" noGrp="1"/>
          </p:cNvSpPr>
          <p:nvPr/>
        </p:nvSpPr>
        <p:spPr>
          <a:xfrm xmlns:a="http://schemas.openxmlformats.org/drawingml/2006/main">
            <a:off x="685800" y="4733925"/>
            <a:ext cx="4857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1">
                <a:solidFill>
                  <a:srgbClr val="BC741D"/>
                </a:solidFill>
                <a:latin typeface="Liberation Sans"/>
                <a:ea typeface="Liberation Sans"/>
                <a:cs typeface="Liberation Sans"/>
              </a:defRPr>
            </a:defPPr>
            <a:lvl1pPr>
              <a:defRPr sz="1650" b="1">
                <a:solidFill>
                  <a:srgbClr val="BC741D"/>
                </a:solidFill>
                <a:latin typeface="Liberation Sans"/>
                <a:ea typeface="Liberation Sans"/>
                <a:cs typeface="Liberation Sans"/>
              </a:defRPr>
            </a:lvl1pPr>
            <a:lvl2pPr>
              <a:defRPr sz="1650" b="1">
                <a:solidFill>
                  <a:srgbClr val="BC741D"/>
                </a:solidFill>
                <a:latin typeface="Liberation Sans"/>
                <a:ea typeface="Liberation Sans"/>
                <a:cs typeface="Liberation Sans"/>
              </a:defRPr>
            </a:lvl2pPr>
            <a:lvl3pPr>
              <a:defRPr sz="1650" b="1">
                <a:solidFill>
                  <a:srgbClr val="BC741D"/>
                </a:solidFill>
                <a:latin typeface="Liberation Sans"/>
                <a:ea typeface="Liberation Sans"/>
                <a:cs typeface="Liberation Sans"/>
              </a:defRPr>
            </a:lvl3pPr>
            <a:lvl4pPr>
              <a:defRPr sz="1650" b="1">
                <a:solidFill>
                  <a:srgbClr val="BC741D"/>
                </a:solidFill>
                <a:latin typeface="Liberation Sans"/>
                <a:ea typeface="Liberation Sans"/>
                <a:cs typeface="Liberation Sans"/>
              </a:defRPr>
            </a:lvl4pPr>
            <a:lvl5pPr>
              <a:defRPr sz="1650" b="1">
                <a:solidFill>
                  <a:srgbClr val="BC741D"/>
                </a:solidFill>
                <a:latin typeface="Liberation Sans"/>
                <a:ea typeface="Liberation Sans"/>
                <a:cs typeface="Liberation Sans"/>
              </a:defRPr>
            </a:lvl5pPr>
            <a:lvl6pPr>
              <a:defRPr sz="1650" b="1">
                <a:solidFill>
                  <a:srgbClr val="BC741D"/>
                </a:solidFill>
                <a:latin typeface="Liberation Sans"/>
                <a:ea typeface="Liberation Sans"/>
                <a:cs typeface="Liberation Sans"/>
              </a:defRPr>
            </a:lvl6pPr>
            <a:lvl7pPr>
              <a:defRPr sz="1650" b="1">
                <a:solidFill>
                  <a:srgbClr val="BC741D"/>
                </a:solidFill>
                <a:latin typeface="Liberation Sans"/>
                <a:ea typeface="Liberation Sans"/>
                <a:cs typeface="Liberation Sans"/>
              </a:defRPr>
            </a:lvl7pPr>
            <a:lvl8pPr>
              <a:defRPr sz="1650" b="1">
                <a:solidFill>
                  <a:srgbClr val="BC741D"/>
                </a:solidFill>
                <a:latin typeface="Liberation Sans"/>
                <a:ea typeface="Liberation Sans"/>
                <a:cs typeface="Liberation Sans"/>
              </a:defRPr>
            </a:lvl8pPr>
            <a:lvl9pPr>
              <a:defRPr sz="1650" b="1">
                <a:solidFill>
                  <a:srgbClr val="BC741D"/>
                </a:solidFill>
                <a:latin typeface="Liberation Sans"/>
                <a:ea typeface="Liberation Sans"/>
                <a:cs typeface="Liberation Sans"/>
              </a:defRPr>
            </a:lvl9pPr>
          </a:lstStyle>
          <a:p xmlns:a="http://schemas.openxmlformats.org/drawingml/2006/main">
            <a:pPr>
              <a:defRPr sz="1650" b="1">
                <a:solidFill>
                  <a:srgbClr val="BC741D"/>
                </a:solidFill>
                <a:latin typeface="Liberation Sans"/>
                <a:ea typeface="Liberation Sans"/>
                <a:cs typeface="Liberation Sans"/>
              </a:defRPr>
            </a:pPr>
            <a:r>
              <a:rPr sz="1650" b="1">
                <a:solidFill>
                  <a:srgbClr val="BC741D"/>
                </a:solidFill>
                <a:latin typeface="Liberation Sans"/>
                <a:ea typeface="Liberation Sans"/>
                <a:cs typeface="Liberation Sans"/>
              </a:rPr>
              <a:t>A local sampling seed cannot make hosted output deterministic.</a:t>
            </a:r>
          </a:p>
        </p:txBody>
      </p:sp>
      <p:sp>
        <p:nvSpPr>
          <p:cNvPr id="12" name="">
            <a:extLst xmlns:a="http://schemas.openxmlformats.org/drawingml/2006/main">
              <a:ext uri="{FF2B5EF4-FFF2-40B4-BE49-F238E27FC236}">
                <a16:creationId xmlns:a16="http://schemas.microsoft.com/office/drawing/2014/main" id="{82277E5C-C710-41A9-916A-BAF349FF7A73}"/>
              </a:ext>
            </a:extLst>
          </p:cNvPr>
          <p:cNvSpPr>
            <a:spLocks xmlns:a="http://schemas.openxmlformats.org/drawingml/2006/main" noGrp="1"/>
          </p:cNvSpPr>
          <p:nvPr/>
        </p:nvSpPr>
        <p:spPr>
          <a:xfrm xmlns:a="http://schemas.openxmlformats.org/drawingml/2006/main">
            <a:off x="5953125" y="5791200"/>
            <a:ext cx="5143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1">
                <a:solidFill>
                  <a:srgbClr val="526177"/>
                </a:solidFill>
                <a:latin typeface="Liberation Sans"/>
                <a:ea typeface="Liberation Sans"/>
                <a:cs typeface="Liberation Sans"/>
              </a:defRPr>
            </a:defPPr>
            <a:lvl1pPr>
              <a:defRPr sz="1125" b="1">
                <a:solidFill>
                  <a:srgbClr val="526177"/>
                </a:solidFill>
                <a:latin typeface="Liberation Sans"/>
                <a:ea typeface="Liberation Sans"/>
                <a:cs typeface="Liberation Sans"/>
              </a:defRPr>
            </a:lvl1pPr>
            <a:lvl2pPr>
              <a:defRPr sz="1125" b="1">
                <a:solidFill>
                  <a:srgbClr val="526177"/>
                </a:solidFill>
                <a:latin typeface="Liberation Sans"/>
                <a:ea typeface="Liberation Sans"/>
                <a:cs typeface="Liberation Sans"/>
              </a:defRPr>
            </a:lvl2pPr>
            <a:lvl3pPr>
              <a:defRPr sz="1125" b="1">
                <a:solidFill>
                  <a:srgbClr val="526177"/>
                </a:solidFill>
                <a:latin typeface="Liberation Sans"/>
                <a:ea typeface="Liberation Sans"/>
                <a:cs typeface="Liberation Sans"/>
              </a:defRPr>
            </a:lvl3pPr>
            <a:lvl4pPr>
              <a:defRPr sz="1125" b="1">
                <a:solidFill>
                  <a:srgbClr val="526177"/>
                </a:solidFill>
                <a:latin typeface="Liberation Sans"/>
                <a:ea typeface="Liberation Sans"/>
                <a:cs typeface="Liberation Sans"/>
              </a:defRPr>
            </a:lvl4pPr>
            <a:lvl5pPr>
              <a:defRPr sz="1125" b="1">
                <a:solidFill>
                  <a:srgbClr val="526177"/>
                </a:solidFill>
                <a:latin typeface="Liberation Sans"/>
                <a:ea typeface="Liberation Sans"/>
                <a:cs typeface="Liberation Sans"/>
              </a:defRPr>
            </a:lvl5pPr>
            <a:lvl6pPr>
              <a:defRPr sz="1125" b="1">
                <a:solidFill>
                  <a:srgbClr val="526177"/>
                </a:solidFill>
                <a:latin typeface="Liberation Sans"/>
                <a:ea typeface="Liberation Sans"/>
                <a:cs typeface="Liberation Sans"/>
              </a:defRPr>
            </a:lvl6pPr>
            <a:lvl7pPr>
              <a:defRPr sz="1125" b="1">
                <a:solidFill>
                  <a:srgbClr val="526177"/>
                </a:solidFill>
                <a:latin typeface="Liberation Sans"/>
                <a:ea typeface="Liberation Sans"/>
                <a:cs typeface="Liberation Sans"/>
              </a:defRPr>
            </a:lvl7pPr>
            <a:lvl8pPr>
              <a:defRPr sz="1125" b="1">
                <a:solidFill>
                  <a:srgbClr val="526177"/>
                </a:solidFill>
                <a:latin typeface="Liberation Sans"/>
                <a:ea typeface="Liberation Sans"/>
                <a:cs typeface="Liberation Sans"/>
              </a:defRPr>
            </a:lvl8pPr>
            <a:lvl9pPr>
              <a:defRPr sz="1125" b="1">
                <a:solidFill>
                  <a:srgbClr val="526177"/>
                </a:solidFill>
                <a:latin typeface="Liberation Sans"/>
                <a:ea typeface="Liberation Sans"/>
                <a:cs typeface="Liberation Sans"/>
              </a:defRPr>
            </a:lvl9pPr>
          </a:lstStyle>
          <a:p xmlns:a="http://schemas.openxmlformats.org/drawingml/2006/main">
            <a:pPr>
              <a:defRPr sz="1125" b="1">
                <a:solidFill>
                  <a:srgbClr val="526177"/>
                </a:solidFill>
                <a:latin typeface="Liberation Sans"/>
                <a:ea typeface="Liberation Sans"/>
                <a:cs typeface="Liberation Sans"/>
              </a:defRPr>
            </a:pPr>
            <a:r>
              <a:rPr sz="1125" b="1">
                <a:solidFill>
                  <a:srgbClr val="526177"/>
                </a:solidFill>
                <a:latin typeface="Liberation Sans"/>
                <a:ea typeface="Liberation Sans"/>
                <a:cs typeface="Liberation Sans"/>
              </a:rPr>
              <a:t>LIVE REVIEW SCREEN  •  no dispatch shown</a:t>
            </a:r>
          </a:p>
        </p:txBody>
      </p:sp>
    </p:spTree>
    <p:extLst>
      <p:ext uri="{BB962C8B-B14F-4D97-AF65-F5344CB8AC3E}">
        <p14:creationId xmlns:p14="http://schemas.microsoft.com/office/powerpoint/2010/main" val="10475240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2F12AE-A85B-42AE-A1DD-4BCFCBE3891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98C5F5D8-4C0B-4C44-98CD-D1648A119C0F}"/>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F283AAE9-9050-432E-91DA-D7BAA81C826D}"/>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Provider and price safeguards</a:t>
            </a:r>
          </a:p>
        </p:txBody>
      </p:sp>
      <p:sp>
        <p:nvSpPr>
          <p:cNvPr id="4" name="">
            <a:extLst xmlns:a="http://schemas.openxmlformats.org/drawingml/2006/main">
              <a:ext uri="{FF2B5EF4-FFF2-40B4-BE49-F238E27FC236}">
                <a16:creationId xmlns:a16="http://schemas.microsoft.com/office/drawing/2014/main" id="{F6F2F59D-EAD6-4827-9ACA-97629DB1A63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7BCB82DF-DCEA-4CEB-B47E-2A12C84831D7}"/>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C5B992B4-1E54-42BF-AEE3-9314C1B024FA}"/>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08</a:t>
            </a:r>
          </a:p>
        </p:txBody>
      </p:sp>
      <p:sp>
        <p:nvSpPr>
          <p:cNvPr id="7" name="">
            <a:extLst xmlns:a="http://schemas.openxmlformats.org/drawingml/2006/main">
              <a:ext uri="{FF2B5EF4-FFF2-40B4-BE49-F238E27FC236}">
                <a16:creationId xmlns:a16="http://schemas.microsoft.com/office/drawing/2014/main" id="{568A0A58-312E-47A3-B410-CB2E042A1C0E}"/>
              </a:ext>
            </a:extLst>
          </p:cNvPr>
          <p:cNvSpPr>
            <a:spLocks xmlns:a="http://schemas.openxmlformats.org/drawingml/2006/main" noGrp="1"/>
          </p:cNvSpPr>
          <p:nvPr/>
        </p:nvSpPr>
        <p:spPr>
          <a:xfrm xmlns:a="http://schemas.openxmlformats.org/drawingml/2006/main">
            <a:off x="666750" y="17145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Credentials stay on the server; a configured key is not proof of authentication.</a:t>
            </a:r>
          </a:p>
        </p:txBody>
      </p:sp>
      <p:sp>
        <p:nvSpPr>
          <p:cNvPr id="8" name="">
            <a:extLst xmlns:a="http://schemas.openxmlformats.org/drawingml/2006/main">
              <a:ext uri="{FF2B5EF4-FFF2-40B4-BE49-F238E27FC236}">
                <a16:creationId xmlns:a16="http://schemas.microsoft.com/office/drawing/2014/main" id="{B87A1A36-E6EE-4407-BB0B-86744D20AA6C}"/>
              </a:ext>
            </a:extLst>
          </p:cNvPr>
          <p:cNvSpPr>
            <a:spLocks xmlns:a="http://schemas.openxmlformats.org/drawingml/2006/main" noGrp="1"/>
          </p:cNvSpPr>
          <p:nvPr/>
        </p:nvSpPr>
        <p:spPr>
          <a:xfrm xmlns:a="http://schemas.openxmlformats.org/drawingml/2006/main">
            <a:off x="666750" y="26193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The backend requires current exact-route zero-price evidence.</a:t>
            </a:r>
          </a:p>
        </p:txBody>
      </p:sp>
      <p:sp>
        <p:nvSpPr>
          <p:cNvPr id="9" name="">
            <a:extLst xmlns:a="http://schemas.openxmlformats.org/drawingml/2006/main">
              <a:ext uri="{FF2B5EF4-FFF2-40B4-BE49-F238E27FC236}">
                <a16:creationId xmlns:a16="http://schemas.microsoft.com/office/drawing/2014/main" id="{88F63428-5B85-4C20-856C-7C2CE1F9029F}"/>
              </a:ext>
            </a:extLst>
          </p:cNvPr>
          <p:cNvSpPr>
            <a:spLocks xmlns:a="http://schemas.openxmlformats.org/drawingml/2006/main" noGrp="1"/>
          </p:cNvSpPr>
          <p:nvPr/>
        </p:nvSpPr>
        <p:spPr>
          <a:xfrm xmlns:a="http://schemas.openxmlformats.org/drawingml/2006/main">
            <a:off x="666750" y="352425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Expired, unknown, paid or unsupported routes fail closed.</a:t>
            </a:r>
          </a:p>
        </p:txBody>
      </p:sp>
      <p:sp>
        <p:nvSpPr>
          <p:cNvPr id="10" name="">
            <a:extLst xmlns:a="http://schemas.openxmlformats.org/drawingml/2006/main">
              <a:ext uri="{FF2B5EF4-FFF2-40B4-BE49-F238E27FC236}">
                <a16:creationId xmlns:a16="http://schemas.microsoft.com/office/drawing/2014/main" id="{AD7F0537-3E66-4BD8-86C6-68F8A3037DA3}"/>
              </a:ext>
            </a:extLst>
          </p:cNvPr>
          <p:cNvSpPr>
            <a:spLocks xmlns:a="http://schemas.openxmlformats.org/drawingml/2006/main" noGrp="1"/>
          </p:cNvSpPr>
          <p:nvPr/>
        </p:nvSpPr>
        <p:spPr>
          <a:xfrm xmlns:a="http://schemas.openxmlformats.org/drawingml/2006/main">
            <a:off x="666750" y="44291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No silent route substitution; Zen quota remains unknown.</a:t>
            </a:r>
          </a:p>
        </p:txBody>
      </p:sp>
      <p:sp>
        <p:nvSpPr>
          <p:cNvPr id="11" name="">
            <a:extLst xmlns:a="http://schemas.openxmlformats.org/drawingml/2006/main">
              <a:ext uri="{FF2B5EF4-FFF2-40B4-BE49-F238E27FC236}">
                <a16:creationId xmlns:a16="http://schemas.microsoft.com/office/drawing/2014/main" id="{903384F1-0F13-4A31-BC2A-BE6B018AB86C}"/>
              </a:ext>
            </a:extLst>
          </p:cNvPr>
          <p:cNvSpPr>
            <a:spLocks xmlns:a="http://schemas.openxmlformats.org/drawingml/2006/main" noGrp="1"/>
          </p:cNvSpPr>
          <p:nvPr/>
        </p:nvSpPr>
        <p:spPr>
          <a:xfrm xmlns:a="http://schemas.openxmlformats.org/drawingml/2006/main">
            <a:off x="666750" y="5381625"/>
            <a:ext cx="10620375" cy="581025"/>
          </a:xfrm>
          <a:prstGeom xmlns:a="http://schemas.openxmlformats.org/drawingml/2006/main" prst="rect">
            <a:avLst/>
          </a:prstGeom>
          <a:solidFill xmlns:a="http://schemas.openxmlformats.org/drawingml/2006/main">
            <a:srgbClr val="FFF7E6"/>
          </a:solidFill>
          <a:ln xmlns:a="http://schemas.openxmlformats.org/drawingml/2006/main" w="9525">
            <a:solidFill>
              <a:srgbClr val="FFF7E6"/>
            </a:solidFill>
            <a:prstDash val="solid"/>
          </a:ln>
        </p:spPr>
      </p:sp>
      <p:sp>
        <p:nvSpPr>
          <p:cNvPr id="12" name="">
            <a:extLst xmlns:a="http://schemas.openxmlformats.org/drawingml/2006/main">
              <a:ext uri="{FF2B5EF4-FFF2-40B4-BE49-F238E27FC236}">
                <a16:creationId xmlns:a16="http://schemas.microsoft.com/office/drawing/2014/main" id="{06C4F39B-8F90-4968-846F-E3208201221A}"/>
              </a:ext>
            </a:extLst>
          </p:cNvPr>
          <p:cNvSpPr>
            <a:spLocks xmlns:a="http://schemas.openxmlformats.org/drawingml/2006/main" noGrp="1"/>
          </p:cNvSpPr>
          <p:nvPr/>
        </p:nvSpPr>
        <p:spPr>
          <a:xfrm xmlns:a="http://schemas.openxmlformats.org/drawingml/2006/main">
            <a:off x="809625" y="5476875"/>
            <a:ext cx="10287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1">
                <a:solidFill>
                  <a:srgbClr val="152238"/>
                </a:solidFill>
                <a:latin typeface="Liberation Sans"/>
                <a:ea typeface="Liberation Sans"/>
                <a:cs typeface="Liberation Sans"/>
              </a:defRPr>
            </a:defPPr>
            <a:lvl1pPr>
              <a:defRPr sz="1350" b="1">
                <a:solidFill>
                  <a:srgbClr val="152238"/>
                </a:solidFill>
                <a:latin typeface="Liberation Sans"/>
                <a:ea typeface="Liberation Sans"/>
                <a:cs typeface="Liberation Sans"/>
              </a:defRPr>
            </a:lvl1pPr>
            <a:lvl2pPr>
              <a:defRPr sz="1350" b="1">
                <a:solidFill>
                  <a:srgbClr val="152238"/>
                </a:solidFill>
                <a:latin typeface="Liberation Sans"/>
                <a:ea typeface="Liberation Sans"/>
                <a:cs typeface="Liberation Sans"/>
              </a:defRPr>
            </a:lvl2pPr>
            <a:lvl3pPr>
              <a:defRPr sz="1350" b="1">
                <a:solidFill>
                  <a:srgbClr val="152238"/>
                </a:solidFill>
                <a:latin typeface="Liberation Sans"/>
                <a:ea typeface="Liberation Sans"/>
                <a:cs typeface="Liberation Sans"/>
              </a:defRPr>
            </a:lvl3pPr>
            <a:lvl4pPr>
              <a:defRPr sz="1350" b="1">
                <a:solidFill>
                  <a:srgbClr val="152238"/>
                </a:solidFill>
                <a:latin typeface="Liberation Sans"/>
                <a:ea typeface="Liberation Sans"/>
                <a:cs typeface="Liberation Sans"/>
              </a:defRPr>
            </a:lvl4pPr>
            <a:lvl5pPr>
              <a:defRPr sz="1350" b="1">
                <a:solidFill>
                  <a:srgbClr val="152238"/>
                </a:solidFill>
                <a:latin typeface="Liberation Sans"/>
                <a:ea typeface="Liberation Sans"/>
                <a:cs typeface="Liberation Sans"/>
              </a:defRPr>
            </a:lvl5pPr>
            <a:lvl6pPr>
              <a:defRPr sz="1350" b="1">
                <a:solidFill>
                  <a:srgbClr val="152238"/>
                </a:solidFill>
                <a:latin typeface="Liberation Sans"/>
                <a:ea typeface="Liberation Sans"/>
                <a:cs typeface="Liberation Sans"/>
              </a:defRPr>
            </a:lvl6pPr>
            <a:lvl7pPr>
              <a:defRPr sz="1350" b="1">
                <a:solidFill>
                  <a:srgbClr val="152238"/>
                </a:solidFill>
                <a:latin typeface="Liberation Sans"/>
                <a:ea typeface="Liberation Sans"/>
                <a:cs typeface="Liberation Sans"/>
              </a:defRPr>
            </a:lvl7pPr>
            <a:lvl8pPr>
              <a:defRPr sz="1350" b="1">
                <a:solidFill>
                  <a:srgbClr val="152238"/>
                </a:solidFill>
                <a:latin typeface="Liberation Sans"/>
                <a:ea typeface="Liberation Sans"/>
                <a:cs typeface="Liberation Sans"/>
              </a:defRPr>
            </a:lvl8pPr>
            <a:lvl9pPr>
              <a:defRPr sz="1350" b="1">
                <a:solidFill>
                  <a:srgbClr val="152238"/>
                </a:solidFill>
                <a:latin typeface="Liberation Sans"/>
                <a:ea typeface="Liberation Sans"/>
                <a:cs typeface="Liberation Sans"/>
              </a:defRPr>
            </a:lvl9pPr>
          </a:lstStyle>
          <a:p xmlns:a="http://schemas.openxmlformats.org/drawingml/2006/main">
            <a:pPr>
              <a:defRPr sz="1350" b="1">
                <a:solidFill>
                  <a:srgbClr val="152238"/>
                </a:solidFill>
                <a:latin typeface="Liberation Sans"/>
                <a:ea typeface="Liberation Sans"/>
                <a:cs typeface="Liberation Sans"/>
              </a:defRPr>
            </a:pPr>
            <a:r>
              <a:rPr sz="1350" b="1">
                <a:solidFill>
                  <a:srgbClr val="152238"/>
                </a:solidFill>
                <a:latin typeface="Liberation Sans"/>
                <a:ea typeface="Liberation Sans"/>
                <a:cs typeface="Liberation Sans"/>
              </a:rPr>
              <a:t>Observation: Zen evidence rechecked 2026-10-21; local expiry 2026-10-22 00:00 UTC.</a:t>
            </a:r>
          </a:p>
        </p:txBody>
      </p:sp>
    </p:spTree>
    <p:extLst>
      <p:ext uri="{BB962C8B-B14F-4D97-AF65-F5344CB8AC3E}">
        <p14:creationId xmlns:p14="http://schemas.microsoft.com/office/powerpoint/2010/main" val="18823302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6268D1A-203C-4415-8DCE-F9C98FF49B9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90FBFB14-0A40-49D2-94F7-709D8306AF2B}"/>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B3617E9E-01C2-48AB-81CB-D2E811F4F324}"/>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Execution survives interruptions</a:t>
            </a:r>
          </a:p>
        </p:txBody>
      </p:sp>
      <p:sp>
        <p:nvSpPr>
          <p:cNvPr id="4" name="">
            <a:extLst xmlns:a="http://schemas.openxmlformats.org/drawingml/2006/main">
              <a:ext uri="{FF2B5EF4-FFF2-40B4-BE49-F238E27FC236}">
                <a16:creationId xmlns:a16="http://schemas.microsoft.com/office/drawing/2014/main" id="{EFD450FF-2B95-4F95-B189-E3FEAD4016C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EEF66416-E878-437F-83C3-C6805DA718C4}"/>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4FD4EB65-2D17-4061-BF9E-AEA82759BF61}"/>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09</a:t>
            </a:r>
          </a:p>
        </p:txBody>
      </p:sp>
      <p:sp>
        <p:nvSpPr>
          <p:cNvPr id="7" name="">
            <a:extLst xmlns:a="http://schemas.openxmlformats.org/drawingml/2006/main">
              <a:ext uri="{FF2B5EF4-FFF2-40B4-BE49-F238E27FC236}">
                <a16:creationId xmlns:a16="http://schemas.microsoft.com/office/drawing/2014/main" id="{F3137092-9B82-4890-B6E0-2770988825FF}"/>
              </a:ext>
            </a:extLst>
          </p:cNvPr>
          <p:cNvSpPr>
            <a:spLocks xmlns:a="http://schemas.openxmlformats.org/drawingml/2006/main" noGrp="1"/>
          </p:cNvSpPr>
          <p:nvPr/>
        </p:nvSpPr>
        <p:spPr>
          <a:xfrm xmlns:a="http://schemas.openxmlformats.org/drawingml/2006/main">
            <a:off x="666750" y="1952625"/>
            <a:ext cx="2524125" cy="24765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8" name="">
            <a:extLst xmlns:a="http://schemas.openxmlformats.org/drawingml/2006/main">
              <a:ext uri="{FF2B5EF4-FFF2-40B4-BE49-F238E27FC236}">
                <a16:creationId xmlns:a16="http://schemas.microsoft.com/office/drawing/2014/main" id="{D0E8F828-DF9C-4191-8096-CEB1AB590258}"/>
              </a:ext>
            </a:extLst>
          </p:cNvPr>
          <p:cNvSpPr>
            <a:spLocks xmlns:a="http://schemas.openxmlformats.org/drawingml/2006/main" noGrp="1"/>
          </p:cNvSpPr>
          <p:nvPr/>
        </p:nvSpPr>
        <p:spPr>
          <a:xfrm xmlns:a="http://schemas.openxmlformats.org/drawingml/2006/main">
            <a:off x="857250" y="2143125"/>
            <a:ext cx="47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475" b="1">
                <a:solidFill>
                  <a:srgbClr val="BC741D"/>
                </a:solidFill>
                <a:latin typeface="Liberation Sans"/>
                <a:ea typeface="Liberation Sans"/>
                <a:cs typeface="Liberation Sans"/>
              </a:defRPr>
            </a:defPPr>
            <a:lvl1pPr>
              <a:defRPr sz="2475" b="1">
                <a:solidFill>
                  <a:srgbClr val="BC741D"/>
                </a:solidFill>
                <a:latin typeface="Liberation Sans"/>
                <a:ea typeface="Liberation Sans"/>
                <a:cs typeface="Liberation Sans"/>
              </a:defRPr>
            </a:lvl1pPr>
            <a:lvl2pPr>
              <a:defRPr sz="2475" b="1">
                <a:solidFill>
                  <a:srgbClr val="BC741D"/>
                </a:solidFill>
                <a:latin typeface="Liberation Sans"/>
                <a:ea typeface="Liberation Sans"/>
                <a:cs typeface="Liberation Sans"/>
              </a:defRPr>
            </a:lvl2pPr>
            <a:lvl3pPr>
              <a:defRPr sz="2475" b="1">
                <a:solidFill>
                  <a:srgbClr val="BC741D"/>
                </a:solidFill>
                <a:latin typeface="Liberation Sans"/>
                <a:ea typeface="Liberation Sans"/>
                <a:cs typeface="Liberation Sans"/>
              </a:defRPr>
            </a:lvl3pPr>
            <a:lvl4pPr>
              <a:defRPr sz="2475" b="1">
                <a:solidFill>
                  <a:srgbClr val="BC741D"/>
                </a:solidFill>
                <a:latin typeface="Liberation Sans"/>
                <a:ea typeface="Liberation Sans"/>
                <a:cs typeface="Liberation Sans"/>
              </a:defRPr>
            </a:lvl4pPr>
            <a:lvl5pPr>
              <a:defRPr sz="2475" b="1">
                <a:solidFill>
                  <a:srgbClr val="BC741D"/>
                </a:solidFill>
                <a:latin typeface="Liberation Sans"/>
                <a:ea typeface="Liberation Sans"/>
                <a:cs typeface="Liberation Sans"/>
              </a:defRPr>
            </a:lvl5pPr>
            <a:lvl6pPr>
              <a:defRPr sz="2475" b="1">
                <a:solidFill>
                  <a:srgbClr val="BC741D"/>
                </a:solidFill>
                <a:latin typeface="Liberation Sans"/>
                <a:ea typeface="Liberation Sans"/>
                <a:cs typeface="Liberation Sans"/>
              </a:defRPr>
            </a:lvl6pPr>
            <a:lvl7pPr>
              <a:defRPr sz="2475" b="1">
                <a:solidFill>
                  <a:srgbClr val="BC741D"/>
                </a:solidFill>
                <a:latin typeface="Liberation Sans"/>
                <a:ea typeface="Liberation Sans"/>
                <a:cs typeface="Liberation Sans"/>
              </a:defRPr>
            </a:lvl7pPr>
            <a:lvl8pPr>
              <a:defRPr sz="2475" b="1">
                <a:solidFill>
                  <a:srgbClr val="BC741D"/>
                </a:solidFill>
                <a:latin typeface="Liberation Sans"/>
                <a:ea typeface="Liberation Sans"/>
                <a:cs typeface="Liberation Sans"/>
              </a:defRPr>
            </a:lvl8pPr>
            <a:lvl9pPr>
              <a:defRPr sz="2475" b="1">
                <a:solidFill>
                  <a:srgbClr val="BC741D"/>
                </a:solidFill>
                <a:latin typeface="Liberation Sans"/>
                <a:ea typeface="Liberation Sans"/>
                <a:cs typeface="Liberation Sans"/>
              </a:defRPr>
            </a:lvl9pPr>
          </a:lstStyle>
          <a:p xmlns:a="http://schemas.openxmlformats.org/drawingml/2006/main">
            <a:pPr>
              <a:defRPr sz="2475" b="1">
                <a:solidFill>
                  <a:srgbClr val="BC741D"/>
                </a:solidFill>
                <a:latin typeface="Liberation Sans"/>
                <a:ea typeface="Liberation Sans"/>
                <a:cs typeface="Liberation Sans"/>
              </a:defRPr>
            </a:pPr>
            <a:r>
              <a:rPr sz="2475" b="1">
                <a:solidFill>
                  <a:srgbClr val="BC741D"/>
                </a:solidFill>
                <a:latin typeface="Liberation Sans"/>
                <a:ea typeface="Liberation Sans"/>
                <a:cs typeface="Liberation Sans"/>
              </a:rPr>
              <a:t>1</a:t>
            </a:r>
          </a:p>
        </p:txBody>
      </p:sp>
      <p:sp>
        <p:nvSpPr>
          <p:cNvPr id="9" name="">
            <a:extLst xmlns:a="http://schemas.openxmlformats.org/drawingml/2006/main">
              <a:ext uri="{FF2B5EF4-FFF2-40B4-BE49-F238E27FC236}">
                <a16:creationId xmlns:a16="http://schemas.microsoft.com/office/drawing/2014/main" id="{65B9CD6F-5493-414B-8536-720003B34958}"/>
              </a:ext>
            </a:extLst>
          </p:cNvPr>
          <p:cNvSpPr>
            <a:spLocks xmlns:a="http://schemas.openxmlformats.org/drawingml/2006/main" noGrp="1"/>
          </p:cNvSpPr>
          <p:nvPr/>
        </p:nvSpPr>
        <p:spPr>
          <a:xfrm xmlns:a="http://schemas.openxmlformats.org/drawingml/2006/main">
            <a:off x="857250" y="2781300"/>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75" b="1">
                <a:solidFill>
                  <a:srgbClr val="111A2E"/>
                </a:solidFill>
                <a:latin typeface="Liberation Sans"/>
                <a:ea typeface="Liberation Sans"/>
                <a:cs typeface="Liberation Sans"/>
              </a:defRPr>
            </a:defPPr>
            <a:lvl1pPr>
              <a:defRPr sz="1875" b="1">
                <a:solidFill>
                  <a:srgbClr val="111A2E"/>
                </a:solidFill>
                <a:latin typeface="Liberation Sans"/>
                <a:ea typeface="Liberation Sans"/>
                <a:cs typeface="Liberation Sans"/>
              </a:defRPr>
            </a:lvl1pPr>
            <a:lvl2pPr>
              <a:defRPr sz="1875" b="1">
                <a:solidFill>
                  <a:srgbClr val="111A2E"/>
                </a:solidFill>
                <a:latin typeface="Liberation Sans"/>
                <a:ea typeface="Liberation Sans"/>
                <a:cs typeface="Liberation Sans"/>
              </a:defRPr>
            </a:lvl2pPr>
            <a:lvl3pPr>
              <a:defRPr sz="1875" b="1">
                <a:solidFill>
                  <a:srgbClr val="111A2E"/>
                </a:solidFill>
                <a:latin typeface="Liberation Sans"/>
                <a:ea typeface="Liberation Sans"/>
                <a:cs typeface="Liberation Sans"/>
              </a:defRPr>
            </a:lvl3pPr>
            <a:lvl4pPr>
              <a:defRPr sz="1875" b="1">
                <a:solidFill>
                  <a:srgbClr val="111A2E"/>
                </a:solidFill>
                <a:latin typeface="Liberation Sans"/>
                <a:ea typeface="Liberation Sans"/>
                <a:cs typeface="Liberation Sans"/>
              </a:defRPr>
            </a:lvl4pPr>
            <a:lvl5pPr>
              <a:defRPr sz="1875" b="1">
                <a:solidFill>
                  <a:srgbClr val="111A2E"/>
                </a:solidFill>
                <a:latin typeface="Liberation Sans"/>
                <a:ea typeface="Liberation Sans"/>
                <a:cs typeface="Liberation Sans"/>
              </a:defRPr>
            </a:lvl5pPr>
            <a:lvl6pPr>
              <a:defRPr sz="1875" b="1">
                <a:solidFill>
                  <a:srgbClr val="111A2E"/>
                </a:solidFill>
                <a:latin typeface="Liberation Sans"/>
                <a:ea typeface="Liberation Sans"/>
                <a:cs typeface="Liberation Sans"/>
              </a:defRPr>
            </a:lvl6pPr>
            <a:lvl7pPr>
              <a:defRPr sz="1875" b="1">
                <a:solidFill>
                  <a:srgbClr val="111A2E"/>
                </a:solidFill>
                <a:latin typeface="Liberation Sans"/>
                <a:ea typeface="Liberation Sans"/>
                <a:cs typeface="Liberation Sans"/>
              </a:defRPr>
            </a:lvl7pPr>
            <a:lvl8pPr>
              <a:defRPr sz="1875" b="1">
                <a:solidFill>
                  <a:srgbClr val="111A2E"/>
                </a:solidFill>
                <a:latin typeface="Liberation Sans"/>
                <a:ea typeface="Liberation Sans"/>
                <a:cs typeface="Liberation Sans"/>
              </a:defRPr>
            </a:lvl8pPr>
            <a:lvl9pPr>
              <a:defRPr sz="1875" b="1">
                <a:solidFill>
                  <a:srgbClr val="111A2E"/>
                </a:solidFill>
                <a:latin typeface="Liberation Sans"/>
                <a:ea typeface="Liberation Sans"/>
                <a:cs typeface="Liberation Sans"/>
              </a:defRPr>
            </a:lvl9pPr>
          </a:lstStyle>
          <a:p xmlns:a="http://schemas.openxmlformats.org/drawingml/2006/main">
            <a:pPr>
              <a:defRPr sz="1875" b="1">
                <a:solidFill>
                  <a:srgbClr val="111A2E"/>
                </a:solidFill>
                <a:latin typeface="Liberation Sans"/>
                <a:ea typeface="Liberation Sans"/>
                <a:cs typeface="Liberation Sans"/>
              </a:defRPr>
            </a:pPr>
            <a:r>
              <a:rPr sz="1875" b="1">
                <a:solidFill>
                  <a:srgbClr val="111A2E"/>
                </a:solidFill>
                <a:latin typeface="Liberation Sans"/>
                <a:ea typeface="Liberation Sans"/>
                <a:cs typeface="Liberation Sans"/>
              </a:rPr>
              <a:t>Queued</a:t>
            </a:r>
          </a:p>
        </p:txBody>
      </p:sp>
      <p:sp>
        <p:nvSpPr>
          <p:cNvPr id="10" name="">
            <a:extLst xmlns:a="http://schemas.openxmlformats.org/drawingml/2006/main">
              <a:ext uri="{FF2B5EF4-FFF2-40B4-BE49-F238E27FC236}">
                <a16:creationId xmlns:a16="http://schemas.microsoft.com/office/drawing/2014/main" id="{72DCE1CC-0EDD-4D82-8E44-F99C32A527D0}"/>
              </a:ext>
            </a:extLst>
          </p:cNvPr>
          <p:cNvSpPr>
            <a:spLocks xmlns:a="http://schemas.openxmlformats.org/drawingml/2006/main" noGrp="1"/>
          </p:cNvSpPr>
          <p:nvPr/>
        </p:nvSpPr>
        <p:spPr>
          <a:xfrm xmlns:a="http://schemas.openxmlformats.org/drawingml/2006/main">
            <a:off x="857250" y="3429000"/>
            <a:ext cx="2143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Frozen plan</a:t>
            </a:r>
          </a:p>
        </p:txBody>
      </p:sp>
      <p:sp>
        <p:nvSpPr>
          <p:cNvPr id="11" name="">
            <a:extLst xmlns:a="http://schemas.openxmlformats.org/drawingml/2006/main">
              <a:ext uri="{FF2B5EF4-FFF2-40B4-BE49-F238E27FC236}">
                <a16:creationId xmlns:a16="http://schemas.microsoft.com/office/drawing/2014/main" id="{D8CAEC1E-B62B-4855-8B04-91FB1377B3A9}"/>
              </a:ext>
            </a:extLst>
          </p:cNvPr>
          <p:cNvSpPr>
            <a:spLocks xmlns:a="http://schemas.openxmlformats.org/drawingml/2006/main" noGrp="1"/>
          </p:cNvSpPr>
          <p:nvPr/>
        </p:nvSpPr>
        <p:spPr>
          <a:xfrm xmlns:a="http://schemas.openxmlformats.org/drawingml/2006/main">
            <a:off x="3381375" y="1952625"/>
            <a:ext cx="252412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CE7"/>
            </a:solidFill>
            <a:prstDash val="solid"/>
          </a:ln>
        </p:spPr>
      </p:sp>
      <p:sp>
        <p:nvSpPr>
          <p:cNvPr id="12" name="">
            <a:extLst xmlns:a="http://schemas.openxmlformats.org/drawingml/2006/main">
              <a:ext uri="{FF2B5EF4-FFF2-40B4-BE49-F238E27FC236}">
                <a16:creationId xmlns:a16="http://schemas.microsoft.com/office/drawing/2014/main" id="{8F5FE854-28A0-4A72-A5E0-21E13EB7D362}"/>
              </a:ext>
            </a:extLst>
          </p:cNvPr>
          <p:cNvSpPr>
            <a:spLocks xmlns:a="http://schemas.openxmlformats.org/drawingml/2006/main" noGrp="1"/>
          </p:cNvSpPr>
          <p:nvPr/>
        </p:nvSpPr>
        <p:spPr>
          <a:xfrm xmlns:a="http://schemas.openxmlformats.org/drawingml/2006/main">
            <a:off x="3571875" y="2143125"/>
            <a:ext cx="47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475" b="1">
                <a:solidFill>
                  <a:srgbClr val="BC741D"/>
                </a:solidFill>
                <a:latin typeface="Liberation Sans"/>
                <a:ea typeface="Liberation Sans"/>
                <a:cs typeface="Liberation Sans"/>
              </a:defRPr>
            </a:defPPr>
            <a:lvl1pPr>
              <a:defRPr sz="2475" b="1">
                <a:solidFill>
                  <a:srgbClr val="BC741D"/>
                </a:solidFill>
                <a:latin typeface="Liberation Sans"/>
                <a:ea typeface="Liberation Sans"/>
                <a:cs typeface="Liberation Sans"/>
              </a:defRPr>
            </a:lvl1pPr>
            <a:lvl2pPr>
              <a:defRPr sz="2475" b="1">
                <a:solidFill>
                  <a:srgbClr val="BC741D"/>
                </a:solidFill>
                <a:latin typeface="Liberation Sans"/>
                <a:ea typeface="Liberation Sans"/>
                <a:cs typeface="Liberation Sans"/>
              </a:defRPr>
            </a:lvl2pPr>
            <a:lvl3pPr>
              <a:defRPr sz="2475" b="1">
                <a:solidFill>
                  <a:srgbClr val="BC741D"/>
                </a:solidFill>
                <a:latin typeface="Liberation Sans"/>
                <a:ea typeface="Liberation Sans"/>
                <a:cs typeface="Liberation Sans"/>
              </a:defRPr>
            </a:lvl3pPr>
            <a:lvl4pPr>
              <a:defRPr sz="2475" b="1">
                <a:solidFill>
                  <a:srgbClr val="BC741D"/>
                </a:solidFill>
                <a:latin typeface="Liberation Sans"/>
                <a:ea typeface="Liberation Sans"/>
                <a:cs typeface="Liberation Sans"/>
              </a:defRPr>
            </a:lvl4pPr>
            <a:lvl5pPr>
              <a:defRPr sz="2475" b="1">
                <a:solidFill>
                  <a:srgbClr val="BC741D"/>
                </a:solidFill>
                <a:latin typeface="Liberation Sans"/>
                <a:ea typeface="Liberation Sans"/>
                <a:cs typeface="Liberation Sans"/>
              </a:defRPr>
            </a:lvl5pPr>
            <a:lvl6pPr>
              <a:defRPr sz="2475" b="1">
                <a:solidFill>
                  <a:srgbClr val="BC741D"/>
                </a:solidFill>
                <a:latin typeface="Liberation Sans"/>
                <a:ea typeface="Liberation Sans"/>
                <a:cs typeface="Liberation Sans"/>
              </a:defRPr>
            </a:lvl6pPr>
            <a:lvl7pPr>
              <a:defRPr sz="2475" b="1">
                <a:solidFill>
                  <a:srgbClr val="BC741D"/>
                </a:solidFill>
                <a:latin typeface="Liberation Sans"/>
                <a:ea typeface="Liberation Sans"/>
                <a:cs typeface="Liberation Sans"/>
              </a:defRPr>
            </a:lvl7pPr>
            <a:lvl8pPr>
              <a:defRPr sz="2475" b="1">
                <a:solidFill>
                  <a:srgbClr val="BC741D"/>
                </a:solidFill>
                <a:latin typeface="Liberation Sans"/>
                <a:ea typeface="Liberation Sans"/>
                <a:cs typeface="Liberation Sans"/>
              </a:defRPr>
            </a:lvl8pPr>
            <a:lvl9pPr>
              <a:defRPr sz="2475" b="1">
                <a:solidFill>
                  <a:srgbClr val="BC741D"/>
                </a:solidFill>
                <a:latin typeface="Liberation Sans"/>
                <a:ea typeface="Liberation Sans"/>
                <a:cs typeface="Liberation Sans"/>
              </a:defRPr>
            </a:lvl9pPr>
          </a:lstStyle>
          <a:p xmlns:a="http://schemas.openxmlformats.org/drawingml/2006/main">
            <a:pPr>
              <a:defRPr sz="2475" b="1">
                <a:solidFill>
                  <a:srgbClr val="BC741D"/>
                </a:solidFill>
                <a:latin typeface="Liberation Sans"/>
                <a:ea typeface="Liberation Sans"/>
                <a:cs typeface="Liberation Sans"/>
              </a:defRPr>
            </a:pPr>
            <a:r>
              <a:rPr sz="2475" b="1">
                <a:solidFill>
                  <a:srgbClr val="BC741D"/>
                </a:solidFill>
                <a:latin typeface="Liberation Sans"/>
                <a:ea typeface="Liberation Sans"/>
                <a:cs typeface="Liberation Sans"/>
              </a:rPr>
              <a:t>2</a:t>
            </a:r>
          </a:p>
        </p:txBody>
      </p:sp>
      <p:sp>
        <p:nvSpPr>
          <p:cNvPr id="13" name="">
            <a:extLst xmlns:a="http://schemas.openxmlformats.org/drawingml/2006/main">
              <a:ext uri="{FF2B5EF4-FFF2-40B4-BE49-F238E27FC236}">
                <a16:creationId xmlns:a16="http://schemas.microsoft.com/office/drawing/2014/main" id="{98CA599B-EB60-4DF7-9489-6DF01238E4B0}"/>
              </a:ext>
            </a:extLst>
          </p:cNvPr>
          <p:cNvSpPr>
            <a:spLocks xmlns:a="http://schemas.openxmlformats.org/drawingml/2006/main" noGrp="1"/>
          </p:cNvSpPr>
          <p:nvPr/>
        </p:nvSpPr>
        <p:spPr>
          <a:xfrm xmlns:a="http://schemas.openxmlformats.org/drawingml/2006/main">
            <a:off x="3571875" y="2781300"/>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75" b="1">
                <a:solidFill>
                  <a:srgbClr val="111A2E"/>
                </a:solidFill>
                <a:latin typeface="Liberation Sans"/>
                <a:ea typeface="Liberation Sans"/>
                <a:cs typeface="Liberation Sans"/>
              </a:defRPr>
            </a:defPPr>
            <a:lvl1pPr>
              <a:defRPr sz="1875" b="1">
                <a:solidFill>
                  <a:srgbClr val="111A2E"/>
                </a:solidFill>
                <a:latin typeface="Liberation Sans"/>
                <a:ea typeface="Liberation Sans"/>
                <a:cs typeface="Liberation Sans"/>
              </a:defRPr>
            </a:lvl1pPr>
            <a:lvl2pPr>
              <a:defRPr sz="1875" b="1">
                <a:solidFill>
                  <a:srgbClr val="111A2E"/>
                </a:solidFill>
                <a:latin typeface="Liberation Sans"/>
                <a:ea typeface="Liberation Sans"/>
                <a:cs typeface="Liberation Sans"/>
              </a:defRPr>
            </a:lvl2pPr>
            <a:lvl3pPr>
              <a:defRPr sz="1875" b="1">
                <a:solidFill>
                  <a:srgbClr val="111A2E"/>
                </a:solidFill>
                <a:latin typeface="Liberation Sans"/>
                <a:ea typeface="Liberation Sans"/>
                <a:cs typeface="Liberation Sans"/>
              </a:defRPr>
            </a:lvl3pPr>
            <a:lvl4pPr>
              <a:defRPr sz="1875" b="1">
                <a:solidFill>
                  <a:srgbClr val="111A2E"/>
                </a:solidFill>
                <a:latin typeface="Liberation Sans"/>
                <a:ea typeface="Liberation Sans"/>
                <a:cs typeface="Liberation Sans"/>
              </a:defRPr>
            </a:lvl4pPr>
            <a:lvl5pPr>
              <a:defRPr sz="1875" b="1">
                <a:solidFill>
                  <a:srgbClr val="111A2E"/>
                </a:solidFill>
                <a:latin typeface="Liberation Sans"/>
                <a:ea typeface="Liberation Sans"/>
                <a:cs typeface="Liberation Sans"/>
              </a:defRPr>
            </a:lvl5pPr>
            <a:lvl6pPr>
              <a:defRPr sz="1875" b="1">
                <a:solidFill>
                  <a:srgbClr val="111A2E"/>
                </a:solidFill>
                <a:latin typeface="Liberation Sans"/>
                <a:ea typeface="Liberation Sans"/>
                <a:cs typeface="Liberation Sans"/>
              </a:defRPr>
            </a:lvl6pPr>
            <a:lvl7pPr>
              <a:defRPr sz="1875" b="1">
                <a:solidFill>
                  <a:srgbClr val="111A2E"/>
                </a:solidFill>
                <a:latin typeface="Liberation Sans"/>
                <a:ea typeface="Liberation Sans"/>
                <a:cs typeface="Liberation Sans"/>
              </a:defRPr>
            </a:lvl7pPr>
            <a:lvl8pPr>
              <a:defRPr sz="1875" b="1">
                <a:solidFill>
                  <a:srgbClr val="111A2E"/>
                </a:solidFill>
                <a:latin typeface="Liberation Sans"/>
                <a:ea typeface="Liberation Sans"/>
                <a:cs typeface="Liberation Sans"/>
              </a:defRPr>
            </a:lvl8pPr>
            <a:lvl9pPr>
              <a:defRPr sz="1875" b="1">
                <a:solidFill>
                  <a:srgbClr val="111A2E"/>
                </a:solidFill>
                <a:latin typeface="Liberation Sans"/>
                <a:ea typeface="Liberation Sans"/>
                <a:cs typeface="Liberation Sans"/>
              </a:defRPr>
            </a:lvl9pPr>
          </a:lstStyle>
          <a:p xmlns:a="http://schemas.openxmlformats.org/drawingml/2006/main">
            <a:pPr>
              <a:defRPr sz="1875" b="1">
                <a:solidFill>
                  <a:srgbClr val="111A2E"/>
                </a:solidFill>
                <a:latin typeface="Liberation Sans"/>
                <a:ea typeface="Liberation Sans"/>
                <a:cs typeface="Liberation Sans"/>
              </a:defRPr>
            </a:pPr>
            <a:r>
              <a:rPr sz="1875" b="1">
                <a:solidFill>
                  <a:srgbClr val="111A2E"/>
                </a:solidFill>
                <a:latin typeface="Liberation Sans"/>
                <a:ea typeface="Liberation Sans"/>
                <a:cs typeface="Liberation Sans"/>
              </a:rPr>
              <a:t>Attempt</a:t>
            </a:r>
          </a:p>
        </p:txBody>
      </p:sp>
      <p:sp>
        <p:nvSpPr>
          <p:cNvPr id="14" name="">
            <a:extLst xmlns:a="http://schemas.openxmlformats.org/drawingml/2006/main">
              <a:ext uri="{FF2B5EF4-FFF2-40B4-BE49-F238E27FC236}">
                <a16:creationId xmlns:a16="http://schemas.microsoft.com/office/drawing/2014/main" id="{66D9F383-874E-4059-8A35-B1E30EF34CCA}"/>
              </a:ext>
            </a:extLst>
          </p:cNvPr>
          <p:cNvSpPr>
            <a:spLocks xmlns:a="http://schemas.openxmlformats.org/drawingml/2006/main" noGrp="1"/>
          </p:cNvSpPr>
          <p:nvPr/>
        </p:nvSpPr>
        <p:spPr>
          <a:xfrm xmlns:a="http://schemas.openxmlformats.org/drawingml/2006/main">
            <a:off x="3571875" y="3429000"/>
            <a:ext cx="2143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Durable record</a:t>
            </a:r>
          </a:p>
        </p:txBody>
      </p:sp>
      <p:sp>
        <p:nvSpPr>
          <p:cNvPr id="15" name="">
            <a:extLst xmlns:a="http://schemas.openxmlformats.org/drawingml/2006/main">
              <a:ext uri="{FF2B5EF4-FFF2-40B4-BE49-F238E27FC236}">
                <a16:creationId xmlns:a16="http://schemas.microsoft.com/office/drawing/2014/main" id="{9413AE88-B31D-4474-827F-B4FE4BB42441}"/>
              </a:ext>
            </a:extLst>
          </p:cNvPr>
          <p:cNvSpPr>
            <a:spLocks xmlns:a="http://schemas.openxmlformats.org/drawingml/2006/main" noGrp="1"/>
          </p:cNvSpPr>
          <p:nvPr/>
        </p:nvSpPr>
        <p:spPr>
          <a:xfrm xmlns:a="http://schemas.openxmlformats.org/drawingml/2006/main">
            <a:off x="6096000" y="1952625"/>
            <a:ext cx="2524125" cy="2476500"/>
          </a:xfrm>
          <a:prstGeom xmlns:a="http://schemas.openxmlformats.org/drawingml/2006/main" prst="rect">
            <a:avLst/>
          </a:prstGeom>
          <a:solidFill xmlns:a="http://schemas.openxmlformats.org/drawingml/2006/main">
            <a:srgbClr val="F5F8FC"/>
          </a:solidFill>
          <a:ln xmlns:a="http://schemas.openxmlformats.org/drawingml/2006/main" w="9525">
            <a:solidFill>
              <a:srgbClr val="D4DCE7"/>
            </a:solidFill>
            <a:prstDash val="solid"/>
          </a:ln>
        </p:spPr>
      </p:sp>
      <p:sp>
        <p:nvSpPr>
          <p:cNvPr id="16" name="">
            <a:extLst xmlns:a="http://schemas.openxmlformats.org/drawingml/2006/main">
              <a:ext uri="{FF2B5EF4-FFF2-40B4-BE49-F238E27FC236}">
                <a16:creationId xmlns:a16="http://schemas.microsoft.com/office/drawing/2014/main" id="{55043589-7EB9-4367-8647-7802C06F81A3}"/>
              </a:ext>
            </a:extLst>
          </p:cNvPr>
          <p:cNvSpPr>
            <a:spLocks xmlns:a="http://schemas.openxmlformats.org/drawingml/2006/main" noGrp="1"/>
          </p:cNvSpPr>
          <p:nvPr/>
        </p:nvSpPr>
        <p:spPr>
          <a:xfrm xmlns:a="http://schemas.openxmlformats.org/drawingml/2006/main">
            <a:off x="6286500" y="2143125"/>
            <a:ext cx="47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475" b="1">
                <a:solidFill>
                  <a:srgbClr val="BC741D"/>
                </a:solidFill>
                <a:latin typeface="Liberation Sans"/>
                <a:ea typeface="Liberation Sans"/>
                <a:cs typeface="Liberation Sans"/>
              </a:defRPr>
            </a:defPPr>
            <a:lvl1pPr>
              <a:defRPr sz="2475" b="1">
                <a:solidFill>
                  <a:srgbClr val="BC741D"/>
                </a:solidFill>
                <a:latin typeface="Liberation Sans"/>
                <a:ea typeface="Liberation Sans"/>
                <a:cs typeface="Liberation Sans"/>
              </a:defRPr>
            </a:lvl1pPr>
            <a:lvl2pPr>
              <a:defRPr sz="2475" b="1">
                <a:solidFill>
                  <a:srgbClr val="BC741D"/>
                </a:solidFill>
                <a:latin typeface="Liberation Sans"/>
                <a:ea typeface="Liberation Sans"/>
                <a:cs typeface="Liberation Sans"/>
              </a:defRPr>
            </a:lvl2pPr>
            <a:lvl3pPr>
              <a:defRPr sz="2475" b="1">
                <a:solidFill>
                  <a:srgbClr val="BC741D"/>
                </a:solidFill>
                <a:latin typeface="Liberation Sans"/>
                <a:ea typeface="Liberation Sans"/>
                <a:cs typeface="Liberation Sans"/>
              </a:defRPr>
            </a:lvl3pPr>
            <a:lvl4pPr>
              <a:defRPr sz="2475" b="1">
                <a:solidFill>
                  <a:srgbClr val="BC741D"/>
                </a:solidFill>
                <a:latin typeface="Liberation Sans"/>
                <a:ea typeface="Liberation Sans"/>
                <a:cs typeface="Liberation Sans"/>
              </a:defRPr>
            </a:lvl4pPr>
            <a:lvl5pPr>
              <a:defRPr sz="2475" b="1">
                <a:solidFill>
                  <a:srgbClr val="BC741D"/>
                </a:solidFill>
                <a:latin typeface="Liberation Sans"/>
                <a:ea typeface="Liberation Sans"/>
                <a:cs typeface="Liberation Sans"/>
              </a:defRPr>
            </a:lvl5pPr>
            <a:lvl6pPr>
              <a:defRPr sz="2475" b="1">
                <a:solidFill>
                  <a:srgbClr val="BC741D"/>
                </a:solidFill>
                <a:latin typeface="Liberation Sans"/>
                <a:ea typeface="Liberation Sans"/>
                <a:cs typeface="Liberation Sans"/>
              </a:defRPr>
            </a:lvl6pPr>
            <a:lvl7pPr>
              <a:defRPr sz="2475" b="1">
                <a:solidFill>
                  <a:srgbClr val="BC741D"/>
                </a:solidFill>
                <a:latin typeface="Liberation Sans"/>
                <a:ea typeface="Liberation Sans"/>
                <a:cs typeface="Liberation Sans"/>
              </a:defRPr>
            </a:lvl7pPr>
            <a:lvl8pPr>
              <a:defRPr sz="2475" b="1">
                <a:solidFill>
                  <a:srgbClr val="BC741D"/>
                </a:solidFill>
                <a:latin typeface="Liberation Sans"/>
                <a:ea typeface="Liberation Sans"/>
                <a:cs typeface="Liberation Sans"/>
              </a:defRPr>
            </a:lvl8pPr>
            <a:lvl9pPr>
              <a:defRPr sz="2475" b="1">
                <a:solidFill>
                  <a:srgbClr val="BC741D"/>
                </a:solidFill>
                <a:latin typeface="Liberation Sans"/>
                <a:ea typeface="Liberation Sans"/>
                <a:cs typeface="Liberation Sans"/>
              </a:defRPr>
            </a:lvl9pPr>
          </a:lstStyle>
          <a:p xmlns:a="http://schemas.openxmlformats.org/drawingml/2006/main">
            <a:pPr>
              <a:defRPr sz="2475" b="1">
                <a:solidFill>
                  <a:srgbClr val="BC741D"/>
                </a:solidFill>
                <a:latin typeface="Liberation Sans"/>
                <a:ea typeface="Liberation Sans"/>
                <a:cs typeface="Liberation Sans"/>
              </a:defRPr>
            </a:pPr>
            <a:r>
              <a:rPr sz="2475" b="1">
                <a:solidFill>
                  <a:srgbClr val="BC741D"/>
                </a:solidFill>
                <a:latin typeface="Liberation Sans"/>
                <a:ea typeface="Liberation Sans"/>
                <a:cs typeface="Liberation Sans"/>
              </a:rPr>
              <a:t>3</a:t>
            </a:r>
          </a:p>
        </p:txBody>
      </p:sp>
      <p:sp>
        <p:nvSpPr>
          <p:cNvPr id="17" name="">
            <a:extLst xmlns:a="http://schemas.openxmlformats.org/drawingml/2006/main">
              <a:ext uri="{FF2B5EF4-FFF2-40B4-BE49-F238E27FC236}">
                <a16:creationId xmlns:a16="http://schemas.microsoft.com/office/drawing/2014/main" id="{EE6F4D60-AE1D-4FE6-BFC0-C6D95FD16E62}"/>
              </a:ext>
            </a:extLst>
          </p:cNvPr>
          <p:cNvSpPr>
            <a:spLocks xmlns:a="http://schemas.openxmlformats.org/drawingml/2006/main" noGrp="1"/>
          </p:cNvSpPr>
          <p:nvPr/>
        </p:nvSpPr>
        <p:spPr>
          <a:xfrm xmlns:a="http://schemas.openxmlformats.org/drawingml/2006/main">
            <a:off x="6286500" y="2781300"/>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75" b="1">
                <a:solidFill>
                  <a:srgbClr val="111A2E"/>
                </a:solidFill>
                <a:latin typeface="Liberation Sans"/>
                <a:ea typeface="Liberation Sans"/>
                <a:cs typeface="Liberation Sans"/>
              </a:defRPr>
            </a:defPPr>
            <a:lvl1pPr>
              <a:defRPr sz="1875" b="1">
                <a:solidFill>
                  <a:srgbClr val="111A2E"/>
                </a:solidFill>
                <a:latin typeface="Liberation Sans"/>
                <a:ea typeface="Liberation Sans"/>
                <a:cs typeface="Liberation Sans"/>
              </a:defRPr>
            </a:lvl1pPr>
            <a:lvl2pPr>
              <a:defRPr sz="1875" b="1">
                <a:solidFill>
                  <a:srgbClr val="111A2E"/>
                </a:solidFill>
                <a:latin typeface="Liberation Sans"/>
                <a:ea typeface="Liberation Sans"/>
                <a:cs typeface="Liberation Sans"/>
              </a:defRPr>
            </a:lvl2pPr>
            <a:lvl3pPr>
              <a:defRPr sz="1875" b="1">
                <a:solidFill>
                  <a:srgbClr val="111A2E"/>
                </a:solidFill>
                <a:latin typeface="Liberation Sans"/>
                <a:ea typeface="Liberation Sans"/>
                <a:cs typeface="Liberation Sans"/>
              </a:defRPr>
            </a:lvl3pPr>
            <a:lvl4pPr>
              <a:defRPr sz="1875" b="1">
                <a:solidFill>
                  <a:srgbClr val="111A2E"/>
                </a:solidFill>
                <a:latin typeface="Liberation Sans"/>
                <a:ea typeface="Liberation Sans"/>
                <a:cs typeface="Liberation Sans"/>
              </a:defRPr>
            </a:lvl4pPr>
            <a:lvl5pPr>
              <a:defRPr sz="1875" b="1">
                <a:solidFill>
                  <a:srgbClr val="111A2E"/>
                </a:solidFill>
                <a:latin typeface="Liberation Sans"/>
                <a:ea typeface="Liberation Sans"/>
                <a:cs typeface="Liberation Sans"/>
              </a:defRPr>
            </a:lvl5pPr>
            <a:lvl6pPr>
              <a:defRPr sz="1875" b="1">
                <a:solidFill>
                  <a:srgbClr val="111A2E"/>
                </a:solidFill>
                <a:latin typeface="Liberation Sans"/>
                <a:ea typeface="Liberation Sans"/>
                <a:cs typeface="Liberation Sans"/>
              </a:defRPr>
            </a:lvl6pPr>
            <a:lvl7pPr>
              <a:defRPr sz="1875" b="1">
                <a:solidFill>
                  <a:srgbClr val="111A2E"/>
                </a:solidFill>
                <a:latin typeface="Liberation Sans"/>
                <a:ea typeface="Liberation Sans"/>
                <a:cs typeface="Liberation Sans"/>
              </a:defRPr>
            </a:lvl7pPr>
            <a:lvl8pPr>
              <a:defRPr sz="1875" b="1">
                <a:solidFill>
                  <a:srgbClr val="111A2E"/>
                </a:solidFill>
                <a:latin typeface="Liberation Sans"/>
                <a:ea typeface="Liberation Sans"/>
                <a:cs typeface="Liberation Sans"/>
              </a:defRPr>
            </a:lvl8pPr>
            <a:lvl9pPr>
              <a:defRPr sz="1875" b="1">
                <a:solidFill>
                  <a:srgbClr val="111A2E"/>
                </a:solidFill>
                <a:latin typeface="Liberation Sans"/>
                <a:ea typeface="Liberation Sans"/>
                <a:cs typeface="Liberation Sans"/>
              </a:defRPr>
            </a:lvl9pPr>
          </a:lstStyle>
          <a:p xmlns:a="http://schemas.openxmlformats.org/drawingml/2006/main">
            <a:pPr>
              <a:defRPr sz="1875" b="1">
                <a:solidFill>
                  <a:srgbClr val="111A2E"/>
                </a:solidFill>
                <a:latin typeface="Liberation Sans"/>
                <a:ea typeface="Liberation Sans"/>
                <a:cs typeface="Liberation Sans"/>
              </a:defRPr>
            </a:pPr>
            <a:r>
              <a:rPr sz="1875" b="1">
                <a:solidFill>
                  <a:srgbClr val="111A2E"/>
                </a:solidFill>
                <a:latin typeface="Liberation Sans"/>
                <a:ea typeface="Liberation Sans"/>
                <a:cs typeface="Liberation Sans"/>
              </a:rPr>
              <a:t>Response</a:t>
            </a:r>
          </a:p>
        </p:txBody>
      </p:sp>
      <p:sp>
        <p:nvSpPr>
          <p:cNvPr id="18" name="">
            <a:extLst xmlns:a="http://schemas.openxmlformats.org/drawingml/2006/main">
              <a:ext uri="{FF2B5EF4-FFF2-40B4-BE49-F238E27FC236}">
                <a16:creationId xmlns:a16="http://schemas.microsoft.com/office/drawing/2014/main" id="{3BE47AE8-BFEF-463A-912C-C36EFD81E3FD}"/>
              </a:ext>
            </a:extLst>
          </p:cNvPr>
          <p:cNvSpPr>
            <a:spLocks xmlns:a="http://schemas.openxmlformats.org/drawingml/2006/main" noGrp="1"/>
          </p:cNvSpPr>
          <p:nvPr/>
        </p:nvSpPr>
        <p:spPr>
          <a:xfrm xmlns:a="http://schemas.openxmlformats.org/drawingml/2006/main">
            <a:off x="6286500" y="3429000"/>
            <a:ext cx="2143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Saved or failed</a:t>
            </a:r>
          </a:p>
        </p:txBody>
      </p:sp>
      <p:sp>
        <p:nvSpPr>
          <p:cNvPr id="19" name="">
            <a:extLst xmlns:a="http://schemas.openxmlformats.org/drawingml/2006/main">
              <a:ext uri="{FF2B5EF4-FFF2-40B4-BE49-F238E27FC236}">
                <a16:creationId xmlns:a16="http://schemas.microsoft.com/office/drawing/2014/main" id="{AB30AB5E-7172-4F54-84D2-84F5B871252A}"/>
              </a:ext>
            </a:extLst>
          </p:cNvPr>
          <p:cNvSpPr>
            <a:spLocks xmlns:a="http://schemas.openxmlformats.org/drawingml/2006/main" noGrp="1"/>
          </p:cNvSpPr>
          <p:nvPr/>
        </p:nvSpPr>
        <p:spPr>
          <a:xfrm xmlns:a="http://schemas.openxmlformats.org/drawingml/2006/main">
            <a:off x="8810625" y="1952625"/>
            <a:ext cx="252412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CE7"/>
            </a:solidFill>
            <a:prstDash val="solid"/>
          </a:ln>
        </p:spPr>
      </p:sp>
      <p:sp>
        <p:nvSpPr>
          <p:cNvPr id="20" name="">
            <a:extLst xmlns:a="http://schemas.openxmlformats.org/drawingml/2006/main">
              <a:ext uri="{FF2B5EF4-FFF2-40B4-BE49-F238E27FC236}">
                <a16:creationId xmlns:a16="http://schemas.microsoft.com/office/drawing/2014/main" id="{6235984B-04A9-4128-A7E2-AB261487271A}"/>
              </a:ext>
            </a:extLst>
          </p:cNvPr>
          <p:cNvSpPr>
            <a:spLocks xmlns:a="http://schemas.openxmlformats.org/drawingml/2006/main" noGrp="1"/>
          </p:cNvSpPr>
          <p:nvPr/>
        </p:nvSpPr>
        <p:spPr>
          <a:xfrm xmlns:a="http://schemas.openxmlformats.org/drawingml/2006/main">
            <a:off x="9001125" y="2143125"/>
            <a:ext cx="47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475" b="1">
                <a:solidFill>
                  <a:srgbClr val="BC741D"/>
                </a:solidFill>
                <a:latin typeface="Liberation Sans"/>
                <a:ea typeface="Liberation Sans"/>
                <a:cs typeface="Liberation Sans"/>
              </a:defRPr>
            </a:defPPr>
            <a:lvl1pPr>
              <a:defRPr sz="2475" b="1">
                <a:solidFill>
                  <a:srgbClr val="BC741D"/>
                </a:solidFill>
                <a:latin typeface="Liberation Sans"/>
                <a:ea typeface="Liberation Sans"/>
                <a:cs typeface="Liberation Sans"/>
              </a:defRPr>
            </a:lvl1pPr>
            <a:lvl2pPr>
              <a:defRPr sz="2475" b="1">
                <a:solidFill>
                  <a:srgbClr val="BC741D"/>
                </a:solidFill>
                <a:latin typeface="Liberation Sans"/>
                <a:ea typeface="Liberation Sans"/>
                <a:cs typeface="Liberation Sans"/>
              </a:defRPr>
            </a:lvl2pPr>
            <a:lvl3pPr>
              <a:defRPr sz="2475" b="1">
                <a:solidFill>
                  <a:srgbClr val="BC741D"/>
                </a:solidFill>
                <a:latin typeface="Liberation Sans"/>
                <a:ea typeface="Liberation Sans"/>
                <a:cs typeface="Liberation Sans"/>
              </a:defRPr>
            </a:lvl3pPr>
            <a:lvl4pPr>
              <a:defRPr sz="2475" b="1">
                <a:solidFill>
                  <a:srgbClr val="BC741D"/>
                </a:solidFill>
                <a:latin typeface="Liberation Sans"/>
                <a:ea typeface="Liberation Sans"/>
                <a:cs typeface="Liberation Sans"/>
              </a:defRPr>
            </a:lvl4pPr>
            <a:lvl5pPr>
              <a:defRPr sz="2475" b="1">
                <a:solidFill>
                  <a:srgbClr val="BC741D"/>
                </a:solidFill>
                <a:latin typeface="Liberation Sans"/>
                <a:ea typeface="Liberation Sans"/>
                <a:cs typeface="Liberation Sans"/>
              </a:defRPr>
            </a:lvl5pPr>
            <a:lvl6pPr>
              <a:defRPr sz="2475" b="1">
                <a:solidFill>
                  <a:srgbClr val="BC741D"/>
                </a:solidFill>
                <a:latin typeface="Liberation Sans"/>
                <a:ea typeface="Liberation Sans"/>
                <a:cs typeface="Liberation Sans"/>
              </a:defRPr>
            </a:lvl6pPr>
            <a:lvl7pPr>
              <a:defRPr sz="2475" b="1">
                <a:solidFill>
                  <a:srgbClr val="BC741D"/>
                </a:solidFill>
                <a:latin typeface="Liberation Sans"/>
                <a:ea typeface="Liberation Sans"/>
                <a:cs typeface="Liberation Sans"/>
              </a:defRPr>
            </a:lvl7pPr>
            <a:lvl8pPr>
              <a:defRPr sz="2475" b="1">
                <a:solidFill>
                  <a:srgbClr val="BC741D"/>
                </a:solidFill>
                <a:latin typeface="Liberation Sans"/>
                <a:ea typeface="Liberation Sans"/>
                <a:cs typeface="Liberation Sans"/>
              </a:defRPr>
            </a:lvl8pPr>
            <a:lvl9pPr>
              <a:defRPr sz="2475" b="1">
                <a:solidFill>
                  <a:srgbClr val="BC741D"/>
                </a:solidFill>
                <a:latin typeface="Liberation Sans"/>
                <a:ea typeface="Liberation Sans"/>
                <a:cs typeface="Liberation Sans"/>
              </a:defRPr>
            </a:lvl9pPr>
          </a:lstStyle>
          <a:p xmlns:a="http://schemas.openxmlformats.org/drawingml/2006/main">
            <a:pPr>
              <a:defRPr sz="2475" b="1">
                <a:solidFill>
                  <a:srgbClr val="BC741D"/>
                </a:solidFill>
                <a:latin typeface="Liberation Sans"/>
                <a:ea typeface="Liberation Sans"/>
                <a:cs typeface="Liberation Sans"/>
              </a:defRPr>
            </a:pPr>
            <a:r>
              <a:rPr sz="2475" b="1">
                <a:solidFill>
                  <a:srgbClr val="BC741D"/>
                </a:solidFill>
                <a:latin typeface="Liberation Sans"/>
                <a:ea typeface="Liberation Sans"/>
                <a:cs typeface="Liberation Sans"/>
              </a:rPr>
              <a:t>4</a:t>
            </a:r>
          </a:p>
        </p:txBody>
      </p:sp>
      <p:sp>
        <p:nvSpPr>
          <p:cNvPr id="21" name="">
            <a:extLst xmlns:a="http://schemas.openxmlformats.org/drawingml/2006/main">
              <a:ext uri="{FF2B5EF4-FFF2-40B4-BE49-F238E27FC236}">
                <a16:creationId xmlns:a16="http://schemas.microsoft.com/office/drawing/2014/main" id="{69C31E01-2739-4332-9496-DA2ED85829A9}"/>
              </a:ext>
            </a:extLst>
          </p:cNvPr>
          <p:cNvSpPr>
            <a:spLocks xmlns:a="http://schemas.openxmlformats.org/drawingml/2006/main" noGrp="1"/>
          </p:cNvSpPr>
          <p:nvPr/>
        </p:nvSpPr>
        <p:spPr>
          <a:xfrm xmlns:a="http://schemas.openxmlformats.org/drawingml/2006/main">
            <a:off x="9001125" y="2781300"/>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75" b="1">
                <a:solidFill>
                  <a:srgbClr val="111A2E"/>
                </a:solidFill>
                <a:latin typeface="Liberation Sans"/>
                <a:ea typeface="Liberation Sans"/>
                <a:cs typeface="Liberation Sans"/>
              </a:defRPr>
            </a:defPPr>
            <a:lvl1pPr>
              <a:defRPr sz="1875" b="1">
                <a:solidFill>
                  <a:srgbClr val="111A2E"/>
                </a:solidFill>
                <a:latin typeface="Liberation Sans"/>
                <a:ea typeface="Liberation Sans"/>
                <a:cs typeface="Liberation Sans"/>
              </a:defRPr>
            </a:lvl1pPr>
            <a:lvl2pPr>
              <a:defRPr sz="1875" b="1">
                <a:solidFill>
                  <a:srgbClr val="111A2E"/>
                </a:solidFill>
                <a:latin typeface="Liberation Sans"/>
                <a:ea typeface="Liberation Sans"/>
                <a:cs typeface="Liberation Sans"/>
              </a:defRPr>
            </a:lvl2pPr>
            <a:lvl3pPr>
              <a:defRPr sz="1875" b="1">
                <a:solidFill>
                  <a:srgbClr val="111A2E"/>
                </a:solidFill>
                <a:latin typeface="Liberation Sans"/>
                <a:ea typeface="Liberation Sans"/>
                <a:cs typeface="Liberation Sans"/>
              </a:defRPr>
            </a:lvl3pPr>
            <a:lvl4pPr>
              <a:defRPr sz="1875" b="1">
                <a:solidFill>
                  <a:srgbClr val="111A2E"/>
                </a:solidFill>
                <a:latin typeface="Liberation Sans"/>
                <a:ea typeface="Liberation Sans"/>
                <a:cs typeface="Liberation Sans"/>
              </a:defRPr>
            </a:lvl4pPr>
            <a:lvl5pPr>
              <a:defRPr sz="1875" b="1">
                <a:solidFill>
                  <a:srgbClr val="111A2E"/>
                </a:solidFill>
                <a:latin typeface="Liberation Sans"/>
                <a:ea typeface="Liberation Sans"/>
                <a:cs typeface="Liberation Sans"/>
              </a:defRPr>
            </a:lvl5pPr>
            <a:lvl6pPr>
              <a:defRPr sz="1875" b="1">
                <a:solidFill>
                  <a:srgbClr val="111A2E"/>
                </a:solidFill>
                <a:latin typeface="Liberation Sans"/>
                <a:ea typeface="Liberation Sans"/>
                <a:cs typeface="Liberation Sans"/>
              </a:defRPr>
            </a:lvl6pPr>
            <a:lvl7pPr>
              <a:defRPr sz="1875" b="1">
                <a:solidFill>
                  <a:srgbClr val="111A2E"/>
                </a:solidFill>
                <a:latin typeface="Liberation Sans"/>
                <a:ea typeface="Liberation Sans"/>
                <a:cs typeface="Liberation Sans"/>
              </a:defRPr>
            </a:lvl7pPr>
            <a:lvl8pPr>
              <a:defRPr sz="1875" b="1">
                <a:solidFill>
                  <a:srgbClr val="111A2E"/>
                </a:solidFill>
                <a:latin typeface="Liberation Sans"/>
                <a:ea typeface="Liberation Sans"/>
                <a:cs typeface="Liberation Sans"/>
              </a:defRPr>
            </a:lvl8pPr>
            <a:lvl9pPr>
              <a:defRPr sz="1875" b="1">
                <a:solidFill>
                  <a:srgbClr val="111A2E"/>
                </a:solidFill>
                <a:latin typeface="Liberation Sans"/>
                <a:ea typeface="Liberation Sans"/>
                <a:cs typeface="Liberation Sans"/>
              </a:defRPr>
            </a:lvl9pPr>
          </a:lstStyle>
          <a:p xmlns:a="http://schemas.openxmlformats.org/drawingml/2006/main">
            <a:pPr>
              <a:defRPr sz="1875" b="1">
                <a:solidFill>
                  <a:srgbClr val="111A2E"/>
                </a:solidFill>
                <a:latin typeface="Liberation Sans"/>
                <a:ea typeface="Liberation Sans"/>
                <a:cs typeface="Liberation Sans"/>
              </a:defRPr>
            </a:pPr>
            <a:r>
              <a:rPr sz="1875" b="1">
                <a:solidFill>
                  <a:srgbClr val="111A2E"/>
                </a:solidFill>
                <a:latin typeface="Liberation Sans"/>
                <a:ea typeface="Liberation Sans"/>
                <a:cs typeface="Liberation Sans"/>
              </a:rPr>
              <a:t>Recovery</a:t>
            </a:r>
          </a:p>
        </p:txBody>
      </p:sp>
      <p:sp>
        <p:nvSpPr>
          <p:cNvPr id="22" name="">
            <a:extLst xmlns:a="http://schemas.openxmlformats.org/drawingml/2006/main">
              <a:ext uri="{FF2B5EF4-FFF2-40B4-BE49-F238E27FC236}">
                <a16:creationId xmlns:a16="http://schemas.microsoft.com/office/drawing/2014/main" id="{3645CB4E-3DDF-4814-86B0-95BC24736F7E}"/>
              </a:ext>
            </a:extLst>
          </p:cNvPr>
          <p:cNvSpPr>
            <a:spLocks xmlns:a="http://schemas.openxmlformats.org/drawingml/2006/main" noGrp="1"/>
          </p:cNvSpPr>
          <p:nvPr/>
        </p:nvSpPr>
        <p:spPr>
          <a:xfrm xmlns:a="http://schemas.openxmlformats.org/drawingml/2006/main">
            <a:off x="9001125" y="3429000"/>
            <a:ext cx="2143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526177"/>
                </a:solidFill>
                <a:latin typeface="Liberation Sans"/>
                <a:ea typeface="Liberation Sans"/>
                <a:cs typeface="Liberation Sans"/>
              </a:defRPr>
            </a:defPPr>
            <a:lvl1pPr>
              <a:defRPr sz="1500" b="0">
                <a:solidFill>
                  <a:srgbClr val="526177"/>
                </a:solidFill>
                <a:latin typeface="Liberation Sans"/>
                <a:ea typeface="Liberation Sans"/>
                <a:cs typeface="Liberation Sans"/>
              </a:defRPr>
            </a:lvl1pPr>
            <a:lvl2pPr>
              <a:defRPr sz="1500" b="0">
                <a:solidFill>
                  <a:srgbClr val="526177"/>
                </a:solidFill>
                <a:latin typeface="Liberation Sans"/>
                <a:ea typeface="Liberation Sans"/>
                <a:cs typeface="Liberation Sans"/>
              </a:defRPr>
            </a:lvl2pPr>
            <a:lvl3pPr>
              <a:defRPr sz="1500" b="0">
                <a:solidFill>
                  <a:srgbClr val="526177"/>
                </a:solidFill>
                <a:latin typeface="Liberation Sans"/>
                <a:ea typeface="Liberation Sans"/>
                <a:cs typeface="Liberation Sans"/>
              </a:defRPr>
            </a:lvl3pPr>
            <a:lvl4pPr>
              <a:defRPr sz="1500" b="0">
                <a:solidFill>
                  <a:srgbClr val="526177"/>
                </a:solidFill>
                <a:latin typeface="Liberation Sans"/>
                <a:ea typeface="Liberation Sans"/>
                <a:cs typeface="Liberation Sans"/>
              </a:defRPr>
            </a:lvl4pPr>
            <a:lvl5pPr>
              <a:defRPr sz="1500" b="0">
                <a:solidFill>
                  <a:srgbClr val="526177"/>
                </a:solidFill>
                <a:latin typeface="Liberation Sans"/>
                <a:ea typeface="Liberation Sans"/>
                <a:cs typeface="Liberation Sans"/>
              </a:defRPr>
            </a:lvl5pPr>
            <a:lvl6pPr>
              <a:defRPr sz="1500" b="0">
                <a:solidFill>
                  <a:srgbClr val="526177"/>
                </a:solidFill>
                <a:latin typeface="Liberation Sans"/>
                <a:ea typeface="Liberation Sans"/>
                <a:cs typeface="Liberation Sans"/>
              </a:defRPr>
            </a:lvl6pPr>
            <a:lvl7pPr>
              <a:defRPr sz="1500" b="0">
                <a:solidFill>
                  <a:srgbClr val="526177"/>
                </a:solidFill>
                <a:latin typeface="Liberation Sans"/>
                <a:ea typeface="Liberation Sans"/>
                <a:cs typeface="Liberation Sans"/>
              </a:defRPr>
            </a:lvl7pPr>
            <a:lvl8pPr>
              <a:defRPr sz="1500" b="0">
                <a:solidFill>
                  <a:srgbClr val="526177"/>
                </a:solidFill>
                <a:latin typeface="Liberation Sans"/>
                <a:ea typeface="Liberation Sans"/>
                <a:cs typeface="Liberation Sans"/>
              </a:defRPr>
            </a:lvl8pPr>
            <a:lvl9pPr>
              <a:defRPr sz="1500" b="0">
                <a:solidFill>
                  <a:srgbClr val="526177"/>
                </a:solidFill>
                <a:latin typeface="Liberation Sans"/>
                <a:ea typeface="Liberation Sans"/>
                <a:cs typeface="Liberation Sans"/>
              </a:defRPr>
            </a:lvl9pPr>
          </a:lstStyle>
          <a:p xmlns:a="http://schemas.openxmlformats.org/drawingml/2006/main">
            <a:pPr>
              <a:defRPr sz="1500" b="0">
                <a:solidFill>
                  <a:srgbClr val="526177"/>
                </a:solidFill>
                <a:latin typeface="Liberation Sans"/>
                <a:ea typeface="Liberation Sans"/>
                <a:cs typeface="Liberation Sans"/>
              </a:defRPr>
            </a:pPr>
            <a:r>
              <a:rPr sz="1500" b="0">
                <a:solidFill>
                  <a:srgbClr val="526177"/>
                </a:solidFill>
                <a:latin typeface="Liberation Sans"/>
                <a:ea typeface="Liberation Sans"/>
                <a:cs typeface="Liberation Sans"/>
              </a:rPr>
              <a:t>Pause or retry policy</a:t>
            </a:r>
          </a:p>
        </p:txBody>
      </p:sp>
      <p:sp>
        <p:nvSpPr>
          <p:cNvPr id="23" name="">
            <a:extLst xmlns:a="http://schemas.openxmlformats.org/drawingml/2006/main">
              <a:ext uri="{FF2B5EF4-FFF2-40B4-BE49-F238E27FC236}">
                <a16:creationId xmlns:a16="http://schemas.microsoft.com/office/drawing/2014/main" id="{491274BD-411D-4047-A1FB-511D90E6AB5D}"/>
              </a:ext>
            </a:extLst>
          </p:cNvPr>
          <p:cNvSpPr>
            <a:spLocks xmlns:a="http://schemas.openxmlformats.org/drawingml/2006/main" noGrp="1"/>
          </p:cNvSpPr>
          <p:nvPr/>
        </p:nvSpPr>
        <p:spPr>
          <a:xfrm xmlns:a="http://schemas.openxmlformats.org/drawingml/2006/main">
            <a:off x="68580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950" b="1">
                <a:solidFill>
                  <a:srgbClr val="BC741D"/>
                </a:solidFill>
                <a:latin typeface="Liberation Sans"/>
                <a:ea typeface="Liberation Sans"/>
                <a:cs typeface="Liberation Sans"/>
              </a:defRPr>
            </a:defPPr>
            <a:lvl1pPr>
              <a:defRPr sz="1950" b="1">
                <a:solidFill>
                  <a:srgbClr val="BC741D"/>
                </a:solidFill>
                <a:latin typeface="Liberation Sans"/>
                <a:ea typeface="Liberation Sans"/>
                <a:cs typeface="Liberation Sans"/>
              </a:defRPr>
            </a:lvl1pPr>
            <a:lvl2pPr>
              <a:defRPr sz="1950" b="1">
                <a:solidFill>
                  <a:srgbClr val="BC741D"/>
                </a:solidFill>
                <a:latin typeface="Liberation Sans"/>
                <a:ea typeface="Liberation Sans"/>
                <a:cs typeface="Liberation Sans"/>
              </a:defRPr>
            </a:lvl2pPr>
            <a:lvl3pPr>
              <a:defRPr sz="1950" b="1">
                <a:solidFill>
                  <a:srgbClr val="BC741D"/>
                </a:solidFill>
                <a:latin typeface="Liberation Sans"/>
                <a:ea typeface="Liberation Sans"/>
                <a:cs typeface="Liberation Sans"/>
              </a:defRPr>
            </a:lvl3pPr>
            <a:lvl4pPr>
              <a:defRPr sz="1950" b="1">
                <a:solidFill>
                  <a:srgbClr val="BC741D"/>
                </a:solidFill>
                <a:latin typeface="Liberation Sans"/>
                <a:ea typeface="Liberation Sans"/>
                <a:cs typeface="Liberation Sans"/>
              </a:defRPr>
            </a:lvl4pPr>
            <a:lvl5pPr>
              <a:defRPr sz="1950" b="1">
                <a:solidFill>
                  <a:srgbClr val="BC741D"/>
                </a:solidFill>
                <a:latin typeface="Liberation Sans"/>
                <a:ea typeface="Liberation Sans"/>
                <a:cs typeface="Liberation Sans"/>
              </a:defRPr>
            </a:lvl5pPr>
            <a:lvl6pPr>
              <a:defRPr sz="1950" b="1">
                <a:solidFill>
                  <a:srgbClr val="BC741D"/>
                </a:solidFill>
                <a:latin typeface="Liberation Sans"/>
                <a:ea typeface="Liberation Sans"/>
                <a:cs typeface="Liberation Sans"/>
              </a:defRPr>
            </a:lvl6pPr>
            <a:lvl7pPr>
              <a:defRPr sz="1950" b="1">
                <a:solidFill>
                  <a:srgbClr val="BC741D"/>
                </a:solidFill>
                <a:latin typeface="Liberation Sans"/>
                <a:ea typeface="Liberation Sans"/>
                <a:cs typeface="Liberation Sans"/>
              </a:defRPr>
            </a:lvl7pPr>
            <a:lvl8pPr>
              <a:defRPr sz="1950" b="1">
                <a:solidFill>
                  <a:srgbClr val="BC741D"/>
                </a:solidFill>
                <a:latin typeface="Liberation Sans"/>
                <a:ea typeface="Liberation Sans"/>
                <a:cs typeface="Liberation Sans"/>
              </a:defRPr>
            </a:lvl8pPr>
            <a:lvl9pPr>
              <a:defRPr sz="1950" b="1">
                <a:solidFill>
                  <a:srgbClr val="BC741D"/>
                </a:solidFill>
                <a:latin typeface="Liberation Sans"/>
                <a:ea typeface="Liberation Sans"/>
                <a:cs typeface="Liberation Sans"/>
              </a:defRPr>
            </a:lvl9pPr>
          </a:lstStyle>
          <a:p xmlns:a="http://schemas.openxmlformats.org/drawingml/2006/main">
            <a:pPr>
              <a:defRPr sz="1950" b="1">
                <a:solidFill>
                  <a:srgbClr val="BC741D"/>
                </a:solidFill>
                <a:latin typeface="Liberation Sans"/>
                <a:ea typeface="Liberation Sans"/>
                <a:cs typeface="Liberation Sans"/>
              </a:defRPr>
            </a:pPr>
            <a:r>
              <a:rPr sz="1950" b="1">
                <a:solidFill>
                  <a:srgbClr val="BC741D"/>
                </a:solidFill>
                <a:latin typeface="Liberation Sans"/>
                <a:ea typeface="Liberation Sans"/>
                <a:cs typeface="Liberation Sans"/>
              </a:rPr>
              <a:t>Unknown remote outcomes require acknowledgement before retry.</a:t>
            </a:r>
          </a:p>
        </p:txBody>
      </p:sp>
    </p:spTree>
    <p:extLst>
      <p:ext uri="{BB962C8B-B14F-4D97-AF65-F5344CB8AC3E}">
        <p14:creationId xmlns:p14="http://schemas.microsoft.com/office/powerpoint/2010/main" val="20097798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136BA9-EA40-4A8B-97B8-BA41617CB8B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16AD61CC-9456-46B5-82FB-74E44F4EA297}"/>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4DC75520-98A8-4ECC-A53F-6B30420F4420}"/>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HOW: automatic checks</a:t>
            </a:r>
          </a:p>
        </p:txBody>
      </p:sp>
      <p:sp>
        <p:nvSpPr>
          <p:cNvPr id="4" name="">
            <a:extLst xmlns:a="http://schemas.openxmlformats.org/drawingml/2006/main">
              <a:ext uri="{FF2B5EF4-FFF2-40B4-BE49-F238E27FC236}">
                <a16:creationId xmlns:a16="http://schemas.microsoft.com/office/drawing/2014/main" id="{635AE19C-B023-4536-80B4-DF30181F0C37}"/>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5522A08E-1945-403F-987D-2AFA6FF20996}"/>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1777268A-95A1-4459-A83D-644130CC2566}"/>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10</a:t>
            </a:r>
          </a:p>
        </p:txBody>
      </p:sp>
      <p:sp>
        <p:nvSpPr>
          <p:cNvPr id="7" name="">
            <a:extLst xmlns:a="http://schemas.openxmlformats.org/drawingml/2006/main">
              <a:ext uri="{FF2B5EF4-FFF2-40B4-BE49-F238E27FC236}">
                <a16:creationId xmlns:a16="http://schemas.microsoft.com/office/drawing/2014/main" id="{05B594D7-14F3-4C87-8DAF-4AC2F5793BE5}"/>
              </a:ext>
            </a:extLst>
          </p:cNvPr>
          <p:cNvSpPr>
            <a:spLocks xmlns:a="http://schemas.openxmlformats.org/drawingml/2006/main" noGrp="1"/>
          </p:cNvSpPr>
          <p:nvPr/>
        </p:nvSpPr>
        <p:spPr>
          <a:xfrm xmlns:a="http://schemas.openxmlformats.org/drawingml/2006/main">
            <a:off x="666750" y="1666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Task scorers cover declared exact, numeric, JSON and constraint rules.</a:t>
            </a:r>
          </a:p>
        </p:txBody>
      </p:sp>
      <p:sp>
        <p:nvSpPr>
          <p:cNvPr id="8" name="">
            <a:extLst xmlns:a="http://schemas.openxmlformats.org/drawingml/2006/main">
              <a:ext uri="{FF2B5EF4-FFF2-40B4-BE49-F238E27FC236}">
                <a16:creationId xmlns:a16="http://schemas.microsoft.com/office/drawing/2014/main" id="{0DDD6F4F-DCFE-4463-8EB6-5F85E0AE644E}"/>
              </a:ext>
            </a:extLst>
          </p:cNvPr>
          <p:cNvSpPr>
            <a:spLocks xmlns:a="http://schemas.openxmlformats.org/drawingml/2006/main" noGrp="1"/>
          </p:cNvSpPr>
          <p:nvPr/>
        </p:nvSpPr>
        <p:spPr>
          <a:xfrm xmlns:a="http://schemas.openxmlformats.org/drawingml/2006/main">
            <a:off x="666750" y="245745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Instruction checks keep each pass or failure and scorer version.</a:t>
            </a:r>
          </a:p>
        </p:txBody>
      </p:sp>
      <p:sp>
        <p:nvSpPr>
          <p:cNvPr id="9" name="">
            <a:extLst xmlns:a="http://schemas.openxmlformats.org/drawingml/2006/main">
              <a:ext uri="{FF2B5EF4-FFF2-40B4-BE49-F238E27FC236}">
                <a16:creationId xmlns:a16="http://schemas.microsoft.com/office/drawing/2014/main" id="{45F9A3B4-A88B-4865-AA48-29597E98C30E}"/>
              </a:ext>
            </a:extLst>
          </p:cNvPr>
          <p:cNvSpPr>
            <a:spLocks xmlns:a="http://schemas.openxmlformats.org/drawingml/2006/main" noGrp="1"/>
          </p:cNvSpPr>
          <p:nvPr/>
        </p:nvSpPr>
        <p:spPr>
          <a:xfrm xmlns:a="http://schemas.openxmlformats.org/drawingml/2006/main">
            <a:off x="666750" y="32480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Pooled check accuracy differs from all-check prompt success.</a:t>
            </a:r>
          </a:p>
        </p:txBody>
      </p:sp>
      <p:sp>
        <p:nvSpPr>
          <p:cNvPr id="10" name="">
            <a:extLst xmlns:a="http://schemas.openxmlformats.org/drawingml/2006/main">
              <a:ext uri="{FF2B5EF4-FFF2-40B4-BE49-F238E27FC236}">
                <a16:creationId xmlns:a16="http://schemas.microsoft.com/office/drawing/2014/main" id="{59A54735-31CD-4007-9DCD-90D901469D5D}"/>
              </a:ext>
            </a:extLst>
          </p:cNvPr>
          <p:cNvSpPr>
            <a:spLocks xmlns:a="http://schemas.openxmlformats.org/drawingml/2006/main" noGrp="1"/>
          </p:cNvSpPr>
          <p:nvPr/>
        </p:nvSpPr>
        <p:spPr>
          <a:xfrm xmlns:a="http://schemas.openxmlformats.org/drawingml/2006/main">
            <a:off x="666750" y="40386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Missing answers are separate from incorrect answers; truncated answers are unscored.</a:t>
            </a:r>
          </a:p>
        </p:txBody>
      </p:sp>
      <p:sp>
        <p:nvSpPr>
          <p:cNvPr id="11" name="">
            <a:extLst xmlns:a="http://schemas.openxmlformats.org/drawingml/2006/main">
              <a:ext uri="{FF2B5EF4-FFF2-40B4-BE49-F238E27FC236}">
                <a16:creationId xmlns:a16="http://schemas.microsoft.com/office/drawing/2014/main" id="{FA9F56C3-D999-4D71-BFD0-211418F7BB9C}"/>
              </a:ext>
            </a:extLst>
          </p:cNvPr>
          <p:cNvSpPr>
            <a:spLocks xmlns:a="http://schemas.openxmlformats.org/drawingml/2006/main" noGrp="1"/>
          </p:cNvSpPr>
          <p:nvPr/>
        </p:nvSpPr>
        <p:spPr>
          <a:xfrm xmlns:a="http://schemas.openxmlformats.org/drawingml/2006/main">
            <a:off x="704850" y="5191125"/>
            <a:ext cx="10572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025" b="1">
                <a:solidFill>
                  <a:srgbClr val="BC741D"/>
                </a:solidFill>
                <a:latin typeface="Liberation Sans"/>
                <a:ea typeface="Liberation Sans"/>
                <a:cs typeface="Liberation Sans"/>
              </a:defRPr>
            </a:defPPr>
            <a:lvl1pPr>
              <a:defRPr sz="2025" b="1">
                <a:solidFill>
                  <a:srgbClr val="BC741D"/>
                </a:solidFill>
                <a:latin typeface="Liberation Sans"/>
                <a:ea typeface="Liberation Sans"/>
                <a:cs typeface="Liberation Sans"/>
              </a:defRPr>
            </a:lvl1pPr>
            <a:lvl2pPr>
              <a:defRPr sz="2025" b="1">
                <a:solidFill>
                  <a:srgbClr val="BC741D"/>
                </a:solidFill>
                <a:latin typeface="Liberation Sans"/>
                <a:ea typeface="Liberation Sans"/>
                <a:cs typeface="Liberation Sans"/>
              </a:defRPr>
            </a:lvl2pPr>
            <a:lvl3pPr>
              <a:defRPr sz="2025" b="1">
                <a:solidFill>
                  <a:srgbClr val="BC741D"/>
                </a:solidFill>
                <a:latin typeface="Liberation Sans"/>
                <a:ea typeface="Liberation Sans"/>
                <a:cs typeface="Liberation Sans"/>
              </a:defRPr>
            </a:lvl3pPr>
            <a:lvl4pPr>
              <a:defRPr sz="2025" b="1">
                <a:solidFill>
                  <a:srgbClr val="BC741D"/>
                </a:solidFill>
                <a:latin typeface="Liberation Sans"/>
                <a:ea typeface="Liberation Sans"/>
                <a:cs typeface="Liberation Sans"/>
              </a:defRPr>
            </a:lvl4pPr>
            <a:lvl5pPr>
              <a:defRPr sz="2025" b="1">
                <a:solidFill>
                  <a:srgbClr val="BC741D"/>
                </a:solidFill>
                <a:latin typeface="Liberation Sans"/>
                <a:ea typeface="Liberation Sans"/>
                <a:cs typeface="Liberation Sans"/>
              </a:defRPr>
            </a:lvl5pPr>
            <a:lvl6pPr>
              <a:defRPr sz="2025" b="1">
                <a:solidFill>
                  <a:srgbClr val="BC741D"/>
                </a:solidFill>
                <a:latin typeface="Liberation Sans"/>
                <a:ea typeface="Liberation Sans"/>
                <a:cs typeface="Liberation Sans"/>
              </a:defRPr>
            </a:lvl6pPr>
            <a:lvl7pPr>
              <a:defRPr sz="2025" b="1">
                <a:solidFill>
                  <a:srgbClr val="BC741D"/>
                </a:solidFill>
                <a:latin typeface="Liberation Sans"/>
                <a:ea typeface="Liberation Sans"/>
                <a:cs typeface="Liberation Sans"/>
              </a:defRPr>
            </a:lvl7pPr>
            <a:lvl8pPr>
              <a:defRPr sz="2025" b="1">
                <a:solidFill>
                  <a:srgbClr val="BC741D"/>
                </a:solidFill>
                <a:latin typeface="Liberation Sans"/>
                <a:ea typeface="Liberation Sans"/>
                <a:cs typeface="Liberation Sans"/>
              </a:defRPr>
            </a:lvl8pPr>
            <a:lvl9pPr>
              <a:defRPr sz="2025" b="1">
                <a:solidFill>
                  <a:srgbClr val="BC741D"/>
                </a:solidFill>
                <a:latin typeface="Liberation Sans"/>
                <a:ea typeface="Liberation Sans"/>
                <a:cs typeface="Liberation Sans"/>
              </a:defRPr>
            </a:lvl9pPr>
          </a:lstStyle>
          <a:p xmlns:a="http://schemas.openxmlformats.org/drawingml/2006/main">
            <a:pPr>
              <a:defRPr sz="2025" b="1">
                <a:solidFill>
                  <a:srgbClr val="BC741D"/>
                </a:solidFill>
                <a:latin typeface="Liberation Sans"/>
                <a:ea typeface="Liberation Sans"/>
                <a:cs typeface="Liberation Sans"/>
              </a:defRPr>
            </a:pPr>
            <a:r>
              <a:rPr sz="2025" b="1">
                <a:solidFill>
                  <a:srgbClr val="BC741D"/>
                </a:solidFill>
                <a:latin typeface="Liberation Sans"/>
                <a:ea typeface="Liberation Sans"/>
                <a:cs typeface="Liberation Sans"/>
              </a:rPr>
              <a:t>Coverage, quality, latency and usage stay separate.</a:t>
            </a:r>
          </a:p>
        </p:txBody>
      </p:sp>
    </p:spTree>
    <p:extLst>
      <p:ext uri="{BB962C8B-B14F-4D97-AF65-F5344CB8AC3E}">
        <p14:creationId xmlns:p14="http://schemas.microsoft.com/office/powerpoint/2010/main" val="106706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4EB89D-F558-4077-BB57-5957DBE55DB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0165400B-B6AE-47E6-965B-B4A83A104A7F}"/>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A1CF9D0B-7C88-408C-BEE7-41B6FACC74F6}"/>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Paired analysis respects question families</a:t>
            </a:r>
          </a:p>
        </p:txBody>
      </p:sp>
      <p:sp>
        <p:nvSpPr>
          <p:cNvPr id="4" name="">
            <a:extLst xmlns:a="http://schemas.openxmlformats.org/drawingml/2006/main">
              <a:ext uri="{FF2B5EF4-FFF2-40B4-BE49-F238E27FC236}">
                <a16:creationId xmlns:a16="http://schemas.microsoft.com/office/drawing/2014/main" id="{F7F8F1CB-F35D-41D5-B954-42338C80815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C96278AE-751D-401D-B42E-93EE86D20DFB}"/>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C5118BE4-1B38-485D-9D03-3A3AB4956611}"/>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11</a:t>
            </a:r>
          </a:p>
        </p:txBody>
      </p:sp>
      <p:sp>
        <p:nvSpPr>
          <p:cNvPr id="7" name="">
            <a:extLst xmlns:a="http://schemas.openxmlformats.org/drawingml/2006/main">
              <a:ext uri="{FF2B5EF4-FFF2-40B4-BE49-F238E27FC236}">
                <a16:creationId xmlns:a16="http://schemas.microsoft.com/office/drawing/2014/main" id="{25B532A3-487E-4A39-B9B9-77ACD5B64674}"/>
              </a:ext>
            </a:extLst>
          </p:cNvPr>
          <p:cNvSpPr>
            <a:spLocks xmlns:a="http://schemas.openxmlformats.org/drawingml/2006/main" noGrp="1"/>
          </p:cNvSpPr>
          <p:nvPr/>
        </p:nvSpPr>
        <p:spPr>
          <a:xfrm xmlns:a="http://schemas.openxmlformats.org/drawingml/2006/main">
            <a:off x="666750" y="17621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00" b="1">
                <a:solidFill>
                  <a:srgbClr val="BC741D"/>
                </a:solidFill>
                <a:latin typeface="Liberation Sans"/>
                <a:ea typeface="Liberation Sans"/>
                <a:cs typeface="Liberation Sans"/>
              </a:defRPr>
            </a:defPPr>
            <a:lvl1pPr>
              <a:defRPr sz="1800" b="1">
                <a:solidFill>
                  <a:srgbClr val="BC741D"/>
                </a:solidFill>
                <a:latin typeface="Liberation Sans"/>
                <a:ea typeface="Liberation Sans"/>
                <a:cs typeface="Liberation Sans"/>
              </a:defRPr>
            </a:lvl1pPr>
            <a:lvl2pPr>
              <a:defRPr sz="1800" b="1">
                <a:solidFill>
                  <a:srgbClr val="BC741D"/>
                </a:solidFill>
                <a:latin typeface="Liberation Sans"/>
                <a:ea typeface="Liberation Sans"/>
                <a:cs typeface="Liberation Sans"/>
              </a:defRPr>
            </a:lvl2pPr>
            <a:lvl3pPr>
              <a:defRPr sz="1800" b="1">
                <a:solidFill>
                  <a:srgbClr val="BC741D"/>
                </a:solidFill>
                <a:latin typeface="Liberation Sans"/>
                <a:ea typeface="Liberation Sans"/>
                <a:cs typeface="Liberation Sans"/>
              </a:defRPr>
            </a:lvl3pPr>
            <a:lvl4pPr>
              <a:defRPr sz="1800" b="1">
                <a:solidFill>
                  <a:srgbClr val="BC741D"/>
                </a:solidFill>
                <a:latin typeface="Liberation Sans"/>
                <a:ea typeface="Liberation Sans"/>
                <a:cs typeface="Liberation Sans"/>
              </a:defRPr>
            </a:lvl4pPr>
            <a:lvl5pPr>
              <a:defRPr sz="1800" b="1">
                <a:solidFill>
                  <a:srgbClr val="BC741D"/>
                </a:solidFill>
                <a:latin typeface="Liberation Sans"/>
                <a:ea typeface="Liberation Sans"/>
                <a:cs typeface="Liberation Sans"/>
              </a:defRPr>
            </a:lvl5pPr>
            <a:lvl6pPr>
              <a:defRPr sz="1800" b="1">
                <a:solidFill>
                  <a:srgbClr val="BC741D"/>
                </a:solidFill>
                <a:latin typeface="Liberation Sans"/>
                <a:ea typeface="Liberation Sans"/>
                <a:cs typeface="Liberation Sans"/>
              </a:defRPr>
            </a:lvl6pPr>
            <a:lvl7pPr>
              <a:defRPr sz="1800" b="1">
                <a:solidFill>
                  <a:srgbClr val="BC741D"/>
                </a:solidFill>
                <a:latin typeface="Liberation Sans"/>
                <a:ea typeface="Liberation Sans"/>
                <a:cs typeface="Liberation Sans"/>
              </a:defRPr>
            </a:lvl7pPr>
            <a:lvl8pPr>
              <a:defRPr sz="1800" b="1">
                <a:solidFill>
                  <a:srgbClr val="BC741D"/>
                </a:solidFill>
                <a:latin typeface="Liberation Sans"/>
                <a:ea typeface="Liberation Sans"/>
                <a:cs typeface="Liberation Sans"/>
              </a:defRPr>
            </a:lvl8pPr>
            <a:lvl9pPr>
              <a:defRPr sz="1800" b="1">
                <a:solidFill>
                  <a:srgbClr val="BC741D"/>
                </a:solidFill>
                <a:latin typeface="Liberation Sans"/>
                <a:ea typeface="Liberation Sans"/>
                <a:cs typeface="Liberation Sans"/>
              </a:defRPr>
            </a:lvl9pPr>
          </a:lstStyle>
          <a:p xmlns:a="http://schemas.openxmlformats.org/drawingml/2006/main">
            <a:pPr>
              <a:defRPr sz="1800" b="1">
                <a:solidFill>
                  <a:srgbClr val="BC741D"/>
                </a:solidFill>
                <a:latin typeface="Liberation Sans"/>
                <a:ea typeface="Liberation Sans"/>
                <a:cs typeface="Liberation Sans"/>
              </a:defRPr>
            </a:pPr>
            <a:r>
              <a:rPr sz="1800" b="1">
                <a:solidFill>
                  <a:srgbClr val="BC741D"/>
                </a:solidFill>
                <a:latin typeface="Liberation Sans"/>
                <a:ea typeface="Liberation Sans"/>
                <a:cs typeface="Liberation Sans"/>
              </a:rPr>
              <a:t>Independent unit</a:t>
            </a:r>
          </a:p>
        </p:txBody>
      </p:sp>
      <p:sp>
        <p:nvSpPr>
          <p:cNvPr id="8" name="">
            <a:extLst xmlns:a="http://schemas.openxmlformats.org/drawingml/2006/main">
              <a:ext uri="{FF2B5EF4-FFF2-40B4-BE49-F238E27FC236}">
                <a16:creationId xmlns:a16="http://schemas.microsoft.com/office/drawing/2014/main" id="{BC8CAAF8-7AA8-480C-8C82-FFA7FA949354}"/>
              </a:ext>
            </a:extLst>
          </p:cNvPr>
          <p:cNvSpPr>
            <a:spLocks xmlns:a="http://schemas.openxmlformats.org/drawingml/2006/main" noGrp="1"/>
          </p:cNvSpPr>
          <p:nvPr/>
        </p:nvSpPr>
        <p:spPr>
          <a:xfrm xmlns:a="http://schemas.openxmlformats.org/drawingml/2006/main">
            <a:off x="666750" y="2238375"/>
            <a:ext cx="9715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875" b="1">
                <a:solidFill>
                  <a:srgbClr val="111A2E"/>
                </a:solidFill>
                <a:latin typeface="Liberation Sans"/>
                <a:ea typeface="Liberation Sans"/>
                <a:cs typeface="Liberation Sans"/>
              </a:defRPr>
            </a:defPPr>
            <a:lvl1pPr>
              <a:defRPr sz="1875" b="1">
                <a:solidFill>
                  <a:srgbClr val="111A2E"/>
                </a:solidFill>
                <a:latin typeface="Liberation Sans"/>
                <a:ea typeface="Liberation Sans"/>
                <a:cs typeface="Liberation Sans"/>
              </a:defRPr>
            </a:lvl1pPr>
            <a:lvl2pPr>
              <a:defRPr sz="1875" b="1">
                <a:solidFill>
                  <a:srgbClr val="111A2E"/>
                </a:solidFill>
                <a:latin typeface="Liberation Sans"/>
                <a:ea typeface="Liberation Sans"/>
                <a:cs typeface="Liberation Sans"/>
              </a:defRPr>
            </a:lvl2pPr>
            <a:lvl3pPr>
              <a:defRPr sz="1875" b="1">
                <a:solidFill>
                  <a:srgbClr val="111A2E"/>
                </a:solidFill>
                <a:latin typeface="Liberation Sans"/>
                <a:ea typeface="Liberation Sans"/>
                <a:cs typeface="Liberation Sans"/>
              </a:defRPr>
            </a:lvl3pPr>
            <a:lvl4pPr>
              <a:defRPr sz="1875" b="1">
                <a:solidFill>
                  <a:srgbClr val="111A2E"/>
                </a:solidFill>
                <a:latin typeface="Liberation Sans"/>
                <a:ea typeface="Liberation Sans"/>
                <a:cs typeface="Liberation Sans"/>
              </a:defRPr>
            </a:lvl4pPr>
            <a:lvl5pPr>
              <a:defRPr sz="1875" b="1">
                <a:solidFill>
                  <a:srgbClr val="111A2E"/>
                </a:solidFill>
                <a:latin typeface="Liberation Sans"/>
                <a:ea typeface="Liberation Sans"/>
                <a:cs typeface="Liberation Sans"/>
              </a:defRPr>
            </a:lvl5pPr>
            <a:lvl6pPr>
              <a:defRPr sz="1875" b="1">
                <a:solidFill>
                  <a:srgbClr val="111A2E"/>
                </a:solidFill>
                <a:latin typeface="Liberation Sans"/>
                <a:ea typeface="Liberation Sans"/>
                <a:cs typeface="Liberation Sans"/>
              </a:defRPr>
            </a:lvl6pPr>
            <a:lvl7pPr>
              <a:defRPr sz="1875" b="1">
                <a:solidFill>
                  <a:srgbClr val="111A2E"/>
                </a:solidFill>
                <a:latin typeface="Liberation Sans"/>
                <a:ea typeface="Liberation Sans"/>
                <a:cs typeface="Liberation Sans"/>
              </a:defRPr>
            </a:lvl7pPr>
            <a:lvl8pPr>
              <a:defRPr sz="1875" b="1">
                <a:solidFill>
                  <a:srgbClr val="111A2E"/>
                </a:solidFill>
                <a:latin typeface="Liberation Sans"/>
                <a:ea typeface="Liberation Sans"/>
                <a:cs typeface="Liberation Sans"/>
              </a:defRPr>
            </a:lvl8pPr>
            <a:lvl9pPr>
              <a:defRPr sz="1875" b="1">
                <a:solidFill>
                  <a:srgbClr val="111A2E"/>
                </a:solidFill>
                <a:latin typeface="Liberation Sans"/>
                <a:ea typeface="Liberation Sans"/>
                <a:cs typeface="Liberation Sans"/>
              </a:defRPr>
            </a:lvl9pPr>
          </a:lstStyle>
          <a:p xmlns:a="http://schemas.openxmlformats.org/drawingml/2006/main">
            <a:pPr>
              <a:defRPr sz="1875" b="1">
                <a:solidFill>
                  <a:srgbClr val="111A2E"/>
                </a:solidFill>
                <a:latin typeface="Liberation Sans"/>
                <a:ea typeface="Liberation Sans"/>
                <a:cs typeface="Liberation Sans"/>
              </a:defRPr>
            </a:pPr>
            <a:r>
              <a:rPr sz="1875" b="1">
                <a:solidFill>
                  <a:srgbClr val="111A2E"/>
                </a:solidFill>
                <a:latin typeface="Liberation Sans"/>
                <a:ea typeface="Liberation Sans"/>
                <a:cs typeface="Liberation Sans"/>
              </a:rPr>
              <a:t>Question family, with repeats and variants kept together</a:t>
            </a:r>
          </a:p>
        </p:txBody>
      </p:sp>
      <p:sp>
        <p:nvSpPr>
          <p:cNvPr id="9" name="">
            <a:extLst xmlns:a="http://schemas.openxmlformats.org/drawingml/2006/main">
              <a:ext uri="{FF2B5EF4-FFF2-40B4-BE49-F238E27FC236}">
                <a16:creationId xmlns:a16="http://schemas.microsoft.com/office/drawing/2014/main" id="{3D0E85BA-8B3A-4198-8BC6-3F686C94CFA5}"/>
              </a:ext>
            </a:extLst>
          </p:cNvPr>
          <p:cNvSpPr>
            <a:spLocks xmlns:a="http://schemas.openxmlformats.org/drawingml/2006/main" noGrp="1"/>
          </p:cNvSpPr>
          <p:nvPr/>
        </p:nvSpPr>
        <p:spPr>
          <a:xfrm xmlns:a="http://schemas.openxmlformats.org/drawingml/2006/main">
            <a:off x="666750" y="30480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Include only families complete for both model slots.</a:t>
            </a:r>
          </a:p>
        </p:txBody>
      </p:sp>
      <p:sp>
        <p:nvSpPr>
          <p:cNvPr id="10" name="">
            <a:extLst xmlns:a="http://schemas.openxmlformats.org/drawingml/2006/main">
              <a:ext uri="{FF2B5EF4-FFF2-40B4-BE49-F238E27FC236}">
                <a16:creationId xmlns:a16="http://schemas.microsoft.com/office/drawing/2014/main" id="{51A8F750-765C-42A3-9C23-995F9FB56B5A}"/>
              </a:ext>
            </a:extLst>
          </p:cNvPr>
          <p:cNvSpPr>
            <a:spLocks xmlns:a="http://schemas.openxmlformats.org/drawingml/2006/main" noGrp="1"/>
          </p:cNvSpPr>
          <p:nvPr/>
        </p:nvSpPr>
        <p:spPr>
          <a:xfrm xmlns:a="http://schemas.openxmlformats.org/drawingml/2006/main">
            <a:off x="666750" y="38100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Report slot 2 minus slot 1; average within family, then across families.</a:t>
            </a:r>
          </a:p>
        </p:txBody>
      </p:sp>
      <p:sp>
        <p:nvSpPr>
          <p:cNvPr id="11" name="">
            <a:extLst xmlns:a="http://schemas.openxmlformats.org/drawingml/2006/main">
              <a:ext uri="{FF2B5EF4-FFF2-40B4-BE49-F238E27FC236}">
                <a16:creationId xmlns:a16="http://schemas.microsoft.com/office/drawing/2014/main" id="{AD42EEEF-06EF-418F-84BA-C313E9595BD8}"/>
              </a:ext>
            </a:extLst>
          </p:cNvPr>
          <p:cNvSpPr>
            <a:spLocks xmlns:a="http://schemas.openxmlformats.org/drawingml/2006/main" noGrp="1"/>
          </p:cNvSpPr>
          <p:nvPr/>
        </p:nvSpPr>
        <p:spPr>
          <a:xfrm xmlns:a="http://schemas.openxmlformats.org/drawingml/2006/main">
            <a:off x="666750" y="45720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10,000 paired bootstrap draws; withhold 95% interval below 10 families.</a:t>
            </a:r>
          </a:p>
        </p:txBody>
      </p:sp>
      <p:sp>
        <p:nvSpPr>
          <p:cNvPr id="12" name="">
            <a:extLst xmlns:a="http://schemas.openxmlformats.org/drawingml/2006/main">
              <a:ext uri="{FF2B5EF4-FFF2-40B4-BE49-F238E27FC236}">
                <a16:creationId xmlns:a16="http://schemas.microsoft.com/office/drawing/2014/main" id="{BE96C67A-C7B9-4F39-839B-A2625CE6240F}"/>
              </a:ext>
            </a:extLst>
          </p:cNvPr>
          <p:cNvSpPr>
            <a:spLocks xmlns:a="http://schemas.openxmlformats.org/drawingml/2006/main" noGrp="1"/>
          </p:cNvSpPr>
          <p:nvPr/>
        </p:nvSpPr>
        <p:spPr>
          <a:xfrm xmlns:a="http://schemas.openxmlformats.org/drawingml/2006/main">
            <a:off x="685800" y="5410200"/>
            <a:ext cx="10477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1">
                <a:solidFill>
                  <a:srgbClr val="BC741D"/>
                </a:solidFill>
                <a:latin typeface="Liberation Sans"/>
                <a:ea typeface="Liberation Sans"/>
                <a:cs typeface="Liberation Sans"/>
              </a:defRPr>
            </a:defPPr>
            <a:lvl1pPr>
              <a:defRPr sz="1650" b="1">
                <a:solidFill>
                  <a:srgbClr val="BC741D"/>
                </a:solidFill>
                <a:latin typeface="Liberation Sans"/>
                <a:ea typeface="Liberation Sans"/>
                <a:cs typeface="Liberation Sans"/>
              </a:defRPr>
            </a:lvl1pPr>
            <a:lvl2pPr>
              <a:defRPr sz="1650" b="1">
                <a:solidFill>
                  <a:srgbClr val="BC741D"/>
                </a:solidFill>
                <a:latin typeface="Liberation Sans"/>
                <a:ea typeface="Liberation Sans"/>
                <a:cs typeface="Liberation Sans"/>
              </a:defRPr>
            </a:lvl2pPr>
            <a:lvl3pPr>
              <a:defRPr sz="1650" b="1">
                <a:solidFill>
                  <a:srgbClr val="BC741D"/>
                </a:solidFill>
                <a:latin typeface="Liberation Sans"/>
                <a:ea typeface="Liberation Sans"/>
                <a:cs typeface="Liberation Sans"/>
              </a:defRPr>
            </a:lvl3pPr>
            <a:lvl4pPr>
              <a:defRPr sz="1650" b="1">
                <a:solidFill>
                  <a:srgbClr val="BC741D"/>
                </a:solidFill>
                <a:latin typeface="Liberation Sans"/>
                <a:ea typeface="Liberation Sans"/>
                <a:cs typeface="Liberation Sans"/>
              </a:defRPr>
            </a:lvl4pPr>
            <a:lvl5pPr>
              <a:defRPr sz="1650" b="1">
                <a:solidFill>
                  <a:srgbClr val="BC741D"/>
                </a:solidFill>
                <a:latin typeface="Liberation Sans"/>
                <a:ea typeface="Liberation Sans"/>
                <a:cs typeface="Liberation Sans"/>
              </a:defRPr>
            </a:lvl5pPr>
            <a:lvl6pPr>
              <a:defRPr sz="1650" b="1">
                <a:solidFill>
                  <a:srgbClr val="BC741D"/>
                </a:solidFill>
                <a:latin typeface="Liberation Sans"/>
                <a:ea typeface="Liberation Sans"/>
                <a:cs typeface="Liberation Sans"/>
              </a:defRPr>
            </a:lvl6pPr>
            <a:lvl7pPr>
              <a:defRPr sz="1650" b="1">
                <a:solidFill>
                  <a:srgbClr val="BC741D"/>
                </a:solidFill>
                <a:latin typeface="Liberation Sans"/>
                <a:ea typeface="Liberation Sans"/>
                <a:cs typeface="Liberation Sans"/>
              </a:defRPr>
            </a:lvl7pPr>
            <a:lvl8pPr>
              <a:defRPr sz="1650" b="1">
                <a:solidFill>
                  <a:srgbClr val="BC741D"/>
                </a:solidFill>
                <a:latin typeface="Liberation Sans"/>
                <a:ea typeface="Liberation Sans"/>
                <a:cs typeface="Liberation Sans"/>
              </a:defRPr>
            </a:lvl8pPr>
            <a:lvl9pPr>
              <a:defRPr sz="1650" b="1">
                <a:solidFill>
                  <a:srgbClr val="BC741D"/>
                </a:solidFill>
                <a:latin typeface="Liberation Sans"/>
                <a:ea typeface="Liberation Sans"/>
                <a:cs typeface="Liberation Sans"/>
              </a:defRPr>
            </a:lvl9pPr>
          </a:lstStyle>
          <a:p xmlns:a="http://schemas.openxmlformats.org/drawingml/2006/main">
            <a:pPr>
              <a:defRPr sz="1650" b="1">
                <a:solidFill>
                  <a:srgbClr val="BC741D"/>
                </a:solidFill>
                <a:latin typeface="Liberation Sans"/>
                <a:ea typeface="Liberation Sans"/>
                <a:cs typeface="Liberation Sans"/>
              </a:defRPr>
            </a:pPr>
            <a:r>
              <a:rPr sz="1650" b="1">
                <a:solidFill>
                  <a:srgbClr val="BC741D"/>
                </a:solidFill>
                <a:latin typeface="Liberation Sans"/>
                <a:ea typeface="Liberation Sans"/>
                <a:cs typeface="Liberation Sans"/>
              </a:rPr>
              <a:t>Convenience sampling and selective missingness still limit inference.</a:t>
            </a:r>
          </a:p>
        </p:txBody>
      </p:sp>
    </p:spTree>
    <p:extLst>
      <p:ext uri="{BB962C8B-B14F-4D97-AF65-F5344CB8AC3E}">
        <p14:creationId xmlns:p14="http://schemas.microsoft.com/office/powerpoint/2010/main" val="9868604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3FB9D3-01D1-49DF-8470-40971F3AE28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8FF7B24A-330D-4475-B704-05C563189DE4}"/>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E6686A28-4AFD-4834-BA7D-FA0197540CDE}"/>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Human review now; AI judge later</a:t>
            </a:r>
          </a:p>
        </p:txBody>
      </p:sp>
      <p:sp>
        <p:nvSpPr>
          <p:cNvPr id="4" name="">
            <a:extLst xmlns:a="http://schemas.openxmlformats.org/drawingml/2006/main">
              <a:ext uri="{FF2B5EF4-FFF2-40B4-BE49-F238E27FC236}">
                <a16:creationId xmlns:a16="http://schemas.microsoft.com/office/drawing/2014/main" id="{C9DA61A9-72F6-4272-BD31-00CAA20BCFD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5DD0FFBF-20D5-4969-BDCF-7CB48E233062}"/>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C9B7FCD1-C0F6-4D9A-B514-D5099420EB58}"/>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12</a:t>
            </a:r>
          </a:p>
        </p:txBody>
      </p:sp>
      <p:sp>
        <p:nvSpPr>
          <p:cNvPr id="7" name="">
            <a:extLst xmlns:a="http://schemas.openxmlformats.org/drawingml/2006/main">
              <a:ext uri="{FF2B5EF4-FFF2-40B4-BE49-F238E27FC236}">
                <a16:creationId xmlns:a16="http://schemas.microsoft.com/office/drawing/2014/main" id="{6D783472-34C1-4E74-8F4E-BD99985FA7C1}"/>
              </a:ext>
            </a:extLst>
          </p:cNvPr>
          <p:cNvSpPr>
            <a:spLocks xmlns:a="http://schemas.openxmlformats.org/drawingml/2006/main" noGrp="1"/>
          </p:cNvSpPr>
          <p:nvPr/>
        </p:nvSpPr>
        <p:spPr>
          <a:xfrm xmlns:a="http://schemas.openxmlformats.org/drawingml/2006/main">
            <a:off x="666750" y="1666875"/>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950" b="1">
                <a:solidFill>
                  <a:srgbClr val="BC741D"/>
                </a:solidFill>
                <a:latin typeface="Liberation Sans"/>
                <a:ea typeface="Liberation Sans"/>
                <a:cs typeface="Liberation Sans"/>
              </a:defRPr>
            </a:defPPr>
            <a:lvl1pPr>
              <a:defRPr sz="1950" b="1">
                <a:solidFill>
                  <a:srgbClr val="BC741D"/>
                </a:solidFill>
                <a:latin typeface="Liberation Sans"/>
                <a:ea typeface="Liberation Sans"/>
                <a:cs typeface="Liberation Sans"/>
              </a:defRPr>
            </a:lvl1pPr>
            <a:lvl2pPr>
              <a:defRPr sz="1950" b="1">
                <a:solidFill>
                  <a:srgbClr val="BC741D"/>
                </a:solidFill>
                <a:latin typeface="Liberation Sans"/>
                <a:ea typeface="Liberation Sans"/>
                <a:cs typeface="Liberation Sans"/>
              </a:defRPr>
            </a:lvl2pPr>
            <a:lvl3pPr>
              <a:defRPr sz="1950" b="1">
                <a:solidFill>
                  <a:srgbClr val="BC741D"/>
                </a:solidFill>
                <a:latin typeface="Liberation Sans"/>
                <a:ea typeface="Liberation Sans"/>
                <a:cs typeface="Liberation Sans"/>
              </a:defRPr>
            </a:lvl3pPr>
            <a:lvl4pPr>
              <a:defRPr sz="1950" b="1">
                <a:solidFill>
                  <a:srgbClr val="BC741D"/>
                </a:solidFill>
                <a:latin typeface="Liberation Sans"/>
                <a:ea typeface="Liberation Sans"/>
                <a:cs typeface="Liberation Sans"/>
              </a:defRPr>
            </a:lvl4pPr>
            <a:lvl5pPr>
              <a:defRPr sz="1950" b="1">
                <a:solidFill>
                  <a:srgbClr val="BC741D"/>
                </a:solidFill>
                <a:latin typeface="Liberation Sans"/>
                <a:ea typeface="Liberation Sans"/>
                <a:cs typeface="Liberation Sans"/>
              </a:defRPr>
            </a:lvl5pPr>
            <a:lvl6pPr>
              <a:defRPr sz="1950" b="1">
                <a:solidFill>
                  <a:srgbClr val="BC741D"/>
                </a:solidFill>
                <a:latin typeface="Liberation Sans"/>
                <a:ea typeface="Liberation Sans"/>
                <a:cs typeface="Liberation Sans"/>
              </a:defRPr>
            </a:lvl6pPr>
            <a:lvl7pPr>
              <a:defRPr sz="1950" b="1">
                <a:solidFill>
                  <a:srgbClr val="BC741D"/>
                </a:solidFill>
                <a:latin typeface="Liberation Sans"/>
                <a:ea typeface="Liberation Sans"/>
                <a:cs typeface="Liberation Sans"/>
              </a:defRPr>
            </a:lvl7pPr>
            <a:lvl8pPr>
              <a:defRPr sz="1950" b="1">
                <a:solidFill>
                  <a:srgbClr val="BC741D"/>
                </a:solidFill>
                <a:latin typeface="Liberation Sans"/>
                <a:ea typeface="Liberation Sans"/>
                <a:cs typeface="Liberation Sans"/>
              </a:defRPr>
            </a:lvl8pPr>
            <a:lvl9pPr>
              <a:defRPr sz="1950" b="1">
                <a:solidFill>
                  <a:srgbClr val="BC741D"/>
                </a:solidFill>
                <a:latin typeface="Liberation Sans"/>
                <a:ea typeface="Liberation Sans"/>
                <a:cs typeface="Liberation Sans"/>
              </a:defRPr>
            </a:lvl9pPr>
          </a:lstStyle>
          <a:p xmlns:a="http://schemas.openxmlformats.org/drawingml/2006/main">
            <a:pPr>
              <a:defRPr sz="1950" b="1">
                <a:solidFill>
                  <a:srgbClr val="BC741D"/>
                </a:solidFill>
                <a:latin typeface="Liberation Sans"/>
                <a:ea typeface="Liberation Sans"/>
                <a:cs typeface="Liberation Sans"/>
              </a:defRPr>
            </a:pPr>
            <a:r>
              <a:rPr sz="1950" b="1">
                <a:solidFill>
                  <a:srgbClr val="BC741D"/>
                </a:solidFill>
                <a:latin typeface="Liberation Sans"/>
                <a:ea typeface="Liberation Sans"/>
                <a:cs typeface="Liberation Sans"/>
              </a:rPr>
              <a:t>Current app</a:t>
            </a:r>
          </a:p>
        </p:txBody>
      </p:sp>
      <p:sp>
        <p:nvSpPr>
          <p:cNvPr id="8" name="">
            <a:extLst xmlns:a="http://schemas.openxmlformats.org/drawingml/2006/main">
              <a:ext uri="{FF2B5EF4-FFF2-40B4-BE49-F238E27FC236}">
                <a16:creationId xmlns:a16="http://schemas.microsoft.com/office/drawing/2014/main" id="{996736B9-12D6-41E2-8B3A-16B476EE2417}"/>
              </a:ext>
            </a:extLst>
          </p:cNvPr>
          <p:cNvSpPr>
            <a:spLocks xmlns:a="http://schemas.openxmlformats.org/drawingml/2006/main" noGrp="1"/>
          </p:cNvSpPr>
          <p:nvPr/>
        </p:nvSpPr>
        <p:spPr>
          <a:xfrm xmlns:a="http://schemas.openxmlformats.org/drawingml/2006/main">
            <a:off x="666750" y="22383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Identity-redacted A/B assignments and pairwise choices.</a:t>
            </a:r>
          </a:p>
        </p:txBody>
      </p:sp>
      <p:sp>
        <p:nvSpPr>
          <p:cNvPr id="9" name="">
            <a:extLst xmlns:a="http://schemas.openxmlformats.org/drawingml/2006/main">
              <a:ext uri="{FF2B5EF4-FFF2-40B4-BE49-F238E27FC236}">
                <a16:creationId xmlns:a16="http://schemas.microsoft.com/office/drawing/2014/main" id="{F2779E2D-CA6A-4BEC-A487-D8892979E6E7}"/>
              </a:ext>
            </a:extLst>
          </p:cNvPr>
          <p:cNvSpPr>
            <a:spLocks xmlns:a="http://schemas.openxmlformats.org/drawingml/2006/main" noGrp="1"/>
          </p:cNvSpPr>
          <p:nvPr/>
        </p:nvSpPr>
        <p:spPr>
          <a:xfrm xmlns:a="http://schemas.openxmlformats.org/drawingml/2006/main">
            <a:off x="666750" y="30003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Local evaluator labels do not verify independent raters.</a:t>
            </a:r>
          </a:p>
        </p:txBody>
      </p:sp>
      <p:sp>
        <p:nvSpPr>
          <p:cNvPr id="10" name="">
            <a:extLst xmlns:a="http://schemas.openxmlformats.org/drawingml/2006/main">
              <a:ext uri="{FF2B5EF4-FFF2-40B4-BE49-F238E27FC236}">
                <a16:creationId xmlns:a16="http://schemas.microsoft.com/office/drawing/2014/main" id="{B2C5AB75-8797-4583-892F-B2E316B1EA8E}"/>
              </a:ext>
            </a:extLst>
          </p:cNvPr>
          <p:cNvSpPr>
            <a:spLocks xmlns:a="http://schemas.openxmlformats.org/drawingml/2006/main" noGrp="1"/>
          </p:cNvSpPr>
          <p:nvPr/>
        </p:nvSpPr>
        <p:spPr>
          <a:xfrm xmlns:a="http://schemas.openxmlformats.org/drawingml/2006/main">
            <a:off x="666750" y="40481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950" b="1">
                <a:solidFill>
                  <a:srgbClr val="BC741D"/>
                </a:solidFill>
                <a:latin typeface="Liberation Sans"/>
                <a:ea typeface="Liberation Sans"/>
                <a:cs typeface="Liberation Sans"/>
              </a:defRPr>
            </a:defPPr>
            <a:lvl1pPr>
              <a:defRPr sz="1950" b="1">
                <a:solidFill>
                  <a:srgbClr val="BC741D"/>
                </a:solidFill>
                <a:latin typeface="Liberation Sans"/>
                <a:ea typeface="Liberation Sans"/>
                <a:cs typeface="Liberation Sans"/>
              </a:defRPr>
            </a:lvl1pPr>
            <a:lvl2pPr>
              <a:defRPr sz="1950" b="1">
                <a:solidFill>
                  <a:srgbClr val="BC741D"/>
                </a:solidFill>
                <a:latin typeface="Liberation Sans"/>
                <a:ea typeface="Liberation Sans"/>
                <a:cs typeface="Liberation Sans"/>
              </a:defRPr>
            </a:lvl2pPr>
            <a:lvl3pPr>
              <a:defRPr sz="1950" b="1">
                <a:solidFill>
                  <a:srgbClr val="BC741D"/>
                </a:solidFill>
                <a:latin typeface="Liberation Sans"/>
                <a:ea typeface="Liberation Sans"/>
                <a:cs typeface="Liberation Sans"/>
              </a:defRPr>
            </a:lvl3pPr>
            <a:lvl4pPr>
              <a:defRPr sz="1950" b="1">
                <a:solidFill>
                  <a:srgbClr val="BC741D"/>
                </a:solidFill>
                <a:latin typeface="Liberation Sans"/>
                <a:ea typeface="Liberation Sans"/>
                <a:cs typeface="Liberation Sans"/>
              </a:defRPr>
            </a:lvl4pPr>
            <a:lvl5pPr>
              <a:defRPr sz="1950" b="1">
                <a:solidFill>
                  <a:srgbClr val="BC741D"/>
                </a:solidFill>
                <a:latin typeface="Liberation Sans"/>
                <a:ea typeface="Liberation Sans"/>
                <a:cs typeface="Liberation Sans"/>
              </a:defRPr>
            </a:lvl5pPr>
            <a:lvl6pPr>
              <a:defRPr sz="1950" b="1">
                <a:solidFill>
                  <a:srgbClr val="BC741D"/>
                </a:solidFill>
                <a:latin typeface="Liberation Sans"/>
                <a:ea typeface="Liberation Sans"/>
                <a:cs typeface="Liberation Sans"/>
              </a:defRPr>
            </a:lvl6pPr>
            <a:lvl7pPr>
              <a:defRPr sz="1950" b="1">
                <a:solidFill>
                  <a:srgbClr val="BC741D"/>
                </a:solidFill>
                <a:latin typeface="Liberation Sans"/>
                <a:ea typeface="Liberation Sans"/>
                <a:cs typeface="Liberation Sans"/>
              </a:defRPr>
            </a:lvl7pPr>
            <a:lvl8pPr>
              <a:defRPr sz="1950" b="1">
                <a:solidFill>
                  <a:srgbClr val="BC741D"/>
                </a:solidFill>
                <a:latin typeface="Liberation Sans"/>
                <a:ea typeface="Liberation Sans"/>
                <a:cs typeface="Liberation Sans"/>
              </a:defRPr>
            </a:lvl8pPr>
            <a:lvl9pPr>
              <a:defRPr sz="1950" b="1">
                <a:solidFill>
                  <a:srgbClr val="BC741D"/>
                </a:solidFill>
                <a:latin typeface="Liberation Sans"/>
                <a:ea typeface="Liberation Sans"/>
                <a:cs typeface="Liberation Sans"/>
              </a:defRPr>
            </a:lvl9pPr>
          </a:lstStyle>
          <a:p xmlns:a="http://schemas.openxmlformats.org/drawingml/2006/main">
            <a:pPr>
              <a:defRPr sz="1950" b="1">
                <a:solidFill>
                  <a:srgbClr val="BC741D"/>
                </a:solidFill>
                <a:latin typeface="Liberation Sans"/>
                <a:ea typeface="Liberation Sans"/>
                <a:cs typeface="Liberation Sans"/>
              </a:defRPr>
            </a:pPr>
            <a:r>
              <a:rPr sz="1950" b="1">
                <a:solidFill>
                  <a:srgbClr val="BC741D"/>
                </a:solidFill>
                <a:latin typeface="Liberation Sans"/>
                <a:ea typeface="Liberation Sans"/>
                <a:cs typeface="Liberation Sans"/>
              </a:rPr>
              <a:t>Optional design only</a:t>
            </a:r>
          </a:p>
        </p:txBody>
      </p:sp>
      <p:sp>
        <p:nvSpPr>
          <p:cNvPr id="11" name="">
            <a:extLst xmlns:a="http://schemas.openxmlformats.org/drawingml/2006/main">
              <a:ext uri="{FF2B5EF4-FFF2-40B4-BE49-F238E27FC236}">
                <a16:creationId xmlns:a16="http://schemas.microsoft.com/office/drawing/2014/main" id="{1586630D-A8B3-490A-B32F-C310018E9E9F}"/>
              </a:ext>
            </a:extLst>
          </p:cNvPr>
          <p:cNvSpPr>
            <a:spLocks xmlns:a="http://schemas.openxmlformats.org/drawingml/2006/main" noGrp="1"/>
          </p:cNvSpPr>
          <p:nvPr/>
        </p:nvSpPr>
        <p:spPr>
          <a:xfrm xmlns:a="http://schemas.openxmlformats.org/drawingml/2006/main">
            <a:off x="666750" y="4619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Separate credentials and consent; both answer orders; rubric and bias checks.</a:t>
            </a:r>
          </a:p>
        </p:txBody>
      </p:sp>
      <p:sp>
        <p:nvSpPr>
          <p:cNvPr id="12" name="">
            <a:extLst xmlns:a="http://schemas.openxmlformats.org/drawingml/2006/main">
              <a:ext uri="{FF2B5EF4-FFF2-40B4-BE49-F238E27FC236}">
                <a16:creationId xmlns:a16="http://schemas.microsoft.com/office/drawing/2014/main" id="{8607CE81-74E8-47CF-B049-20832A1E2E7A}"/>
              </a:ext>
            </a:extLst>
          </p:cNvPr>
          <p:cNvSpPr>
            <a:spLocks xmlns:a="http://schemas.openxmlformats.org/drawingml/2006/main" noGrp="1"/>
          </p:cNvSpPr>
          <p:nvPr/>
        </p:nvSpPr>
        <p:spPr>
          <a:xfrm xmlns:a="http://schemas.openxmlformats.org/drawingml/2006/main">
            <a:off x="695325" y="54959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111A2E"/>
                </a:solidFill>
                <a:latin typeface="Liberation Sans"/>
                <a:ea typeface="Liberation Sans"/>
                <a:cs typeface="Liberation Sans"/>
              </a:defRPr>
            </a:defPPr>
            <a:lvl1pPr>
              <a:defRPr sz="1725" b="1">
                <a:solidFill>
                  <a:srgbClr val="111A2E"/>
                </a:solidFill>
                <a:latin typeface="Liberation Sans"/>
                <a:ea typeface="Liberation Sans"/>
                <a:cs typeface="Liberation Sans"/>
              </a:defRPr>
            </a:lvl1pPr>
            <a:lvl2pPr>
              <a:defRPr sz="1725" b="1">
                <a:solidFill>
                  <a:srgbClr val="111A2E"/>
                </a:solidFill>
                <a:latin typeface="Liberation Sans"/>
                <a:ea typeface="Liberation Sans"/>
                <a:cs typeface="Liberation Sans"/>
              </a:defRPr>
            </a:lvl2pPr>
            <a:lvl3pPr>
              <a:defRPr sz="1725" b="1">
                <a:solidFill>
                  <a:srgbClr val="111A2E"/>
                </a:solidFill>
                <a:latin typeface="Liberation Sans"/>
                <a:ea typeface="Liberation Sans"/>
                <a:cs typeface="Liberation Sans"/>
              </a:defRPr>
            </a:lvl3pPr>
            <a:lvl4pPr>
              <a:defRPr sz="1725" b="1">
                <a:solidFill>
                  <a:srgbClr val="111A2E"/>
                </a:solidFill>
                <a:latin typeface="Liberation Sans"/>
                <a:ea typeface="Liberation Sans"/>
                <a:cs typeface="Liberation Sans"/>
              </a:defRPr>
            </a:lvl4pPr>
            <a:lvl5pPr>
              <a:defRPr sz="1725" b="1">
                <a:solidFill>
                  <a:srgbClr val="111A2E"/>
                </a:solidFill>
                <a:latin typeface="Liberation Sans"/>
                <a:ea typeface="Liberation Sans"/>
                <a:cs typeface="Liberation Sans"/>
              </a:defRPr>
            </a:lvl5pPr>
            <a:lvl6pPr>
              <a:defRPr sz="1725" b="1">
                <a:solidFill>
                  <a:srgbClr val="111A2E"/>
                </a:solidFill>
                <a:latin typeface="Liberation Sans"/>
                <a:ea typeface="Liberation Sans"/>
                <a:cs typeface="Liberation Sans"/>
              </a:defRPr>
            </a:lvl6pPr>
            <a:lvl7pPr>
              <a:defRPr sz="1725" b="1">
                <a:solidFill>
                  <a:srgbClr val="111A2E"/>
                </a:solidFill>
                <a:latin typeface="Liberation Sans"/>
                <a:ea typeface="Liberation Sans"/>
                <a:cs typeface="Liberation Sans"/>
              </a:defRPr>
            </a:lvl7pPr>
            <a:lvl8pPr>
              <a:defRPr sz="1725" b="1">
                <a:solidFill>
                  <a:srgbClr val="111A2E"/>
                </a:solidFill>
                <a:latin typeface="Liberation Sans"/>
                <a:ea typeface="Liberation Sans"/>
                <a:cs typeface="Liberation Sans"/>
              </a:defRPr>
            </a:lvl8pPr>
            <a:lvl9pPr>
              <a:defRPr sz="1725" b="1">
                <a:solidFill>
                  <a:srgbClr val="111A2E"/>
                </a:solidFill>
                <a:latin typeface="Liberation Sans"/>
                <a:ea typeface="Liberation Sans"/>
                <a:cs typeface="Liberation Sans"/>
              </a:defRPr>
            </a:lvl9pPr>
          </a:lstStyle>
          <a:p xmlns:a="http://schemas.openxmlformats.org/drawingml/2006/main">
            <a:pPr>
              <a:defRPr sz="1725" b="1">
                <a:solidFill>
                  <a:srgbClr val="111A2E"/>
                </a:solidFill>
                <a:latin typeface="Liberation Sans"/>
                <a:ea typeface="Liberation Sans"/>
                <a:cs typeface="Liberation Sans"/>
              </a:defRPr>
            </a:pPr>
            <a:r>
              <a:rPr sz="1725" b="1">
                <a:solidFill>
                  <a:srgbClr val="111A2E"/>
                </a:solidFill>
                <a:latin typeface="Liberation Sans"/>
                <a:ea typeface="Liberation Sans"/>
                <a:cs typeface="Liberation Sans"/>
              </a:rPr>
              <a:t>No AI judge has been implemented.</a:t>
            </a:r>
          </a:p>
        </p:txBody>
      </p:sp>
    </p:spTree>
    <p:extLst>
      <p:ext uri="{BB962C8B-B14F-4D97-AF65-F5344CB8AC3E}">
        <p14:creationId xmlns:p14="http://schemas.microsoft.com/office/powerpoint/2010/main" val="4678293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78925A-9547-4736-83E0-2D3675CCC3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DB07CF8E-8CE8-4BDE-BF54-79DCF5D95DF4}"/>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04E77E75-9079-4EB7-82E5-A4EA47DCDC92}"/>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Results evidence: synthetic demonstration</a:t>
            </a:r>
          </a:p>
        </p:txBody>
      </p:sp>
      <p:sp>
        <p:nvSpPr>
          <p:cNvPr id="4" name="">
            <a:extLst xmlns:a="http://schemas.openxmlformats.org/drawingml/2006/main">
              <a:ext uri="{FF2B5EF4-FFF2-40B4-BE49-F238E27FC236}">
                <a16:creationId xmlns:a16="http://schemas.microsoft.com/office/drawing/2014/main" id="{C2DC03F9-D8F9-4887-B840-84C92882ED2D}"/>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A78025BB-F0A2-4962-A6F7-D1583A52A121}"/>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F0E60E4D-2EC7-4BA1-ABA4-652B4F3938B7}"/>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13</a:t>
            </a:r>
          </a:p>
        </p:txBody>
      </p:sp>
      <p:pic>
        <p:nvPicPr>
          <p:cNvPr id="7" name="">
            <a:extLst xmlns:a="http://schemas.openxmlformats.org/drawingml/2006/main">
              <a:ext uri="{FF2B5EF4-FFF2-40B4-BE49-F238E27FC236}">
                <a16:creationId xmlns:a16="http://schemas.microsoft.com/office/drawing/2014/main" id="{E61B326B-0AC4-48AB-BDDD-539E0C90A921}"/>
              </a:ext>
            </a:extLst>
          </p:cNvPr>
          <p:cNvPicPr>
            <a:picLocks xmlns:a="http://schemas.openxmlformats.org/drawingml/2006/main" noChangeAspect="1"/>
          </p:cNvPicPr>
          <p:nvPr/>
        </p:nvPicPr>
        <p:blipFill>
          <a:blip xmlns:r="http://schemas.openxmlformats.org/officeDocument/2006/relationships" xmlns:a="http://schemas.openxmlformats.org/drawingml/2006/main" r:embed="Red1fb0558f5c4e2b"/>
          <a:stretch xmlns:a="http://schemas.openxmlformats.org/drawingml/2006/main"/>
        </p:blipFill>
        <p:spPr>
          <a:xfrm xmlns:a="http://schemas.openxmlformats.org/drawingml/2006/main">
            <a:off x="7575757" y="1524000"/>
            <a:ext cx="1898236" cy="4286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C599A4F-6247-46A6-881A-CBF5C4941B62}"/>
              </a:ext>
            </a:extLst>
          </p:cNvPr>
          <p:cNvSpPr>
            <a:spLocks xmlns:a="http://schemas.openxmlformats.org/drawingml/2006/main" noGrp="1"/>
          </p:cNvSpPr>
          <p:nvPr/>
        </p:nvSpPr>
        <p:spPr>
          <a:xfrm xmlns:a="http://schemas.openxmlformats.org/drawingml/2006/main">
            <a:off x="685800" y="1647825"/>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175" b="1">
                <a:solidFill>
                  <a:srgbClr val="BC741D"/>
                </a:solidFill>
                <a:latin typeface="Liberation Sans"/>
                <a:ea typeface="Liberation Sans"/>
                <a:cs typeface="Liberation Sans"/>
              </a:defRPr>
            </a:defPPr>
            <a:lvl1pPr>
              <a:defRPr sz="2175" b="1">
                <a:solidFill>
                  <a:srgbClr val="BC741D"/>
                </a:solidFill>
                <a:latin typeface="Liberation Sans"/>
                <a:ea typeface="Liberation Sans"/>
                <a:cs typeface="Liberation Sans"/>
              </a:defRPr>
            </a:lvl1pPr>
            <a:lvl2pPr>
              <a:defRPr sz="2175" b="1">
                <a:solidFill>
                  <a:srgbClr val="BC741D"/>
                </a:solidFill>
                <a:latin typeface="Liberation Sans"/>
                <a:ea typeface="Liberation Sans"/>
                <a:cs typeface="Liberation Sans"/>
              </a:defRPr>
            </a:lvl2pPr>
            <a:lvl3pPr>
              <a:defRPr sz="2175" b="1">
                <a:solidFill>
                  <a:srgbClr val="BC741D"/>
                </a:solidFill>
                <a:latin typeface="Liberation Sans"/>
                <a:ea typeface="Liberation Sans"/>
                <a:cs typeface="Liberation Sans"/>
              </a:defRPr>
            </a:lvl3pPr>
            <a:lvl4pPr>
              <a:defRPr sz="2175" b="1">
                <a:solidFill>
                  <a:srgbClr val="BC741D"/>
                </a:solidFill>
                <a:latin typeface="Liberation Sans"/>
                <a:ea typeface="Liberation Sans"/>
                <a:cs typeface="Liberation Sans"/>
              </a:defRPr>
            </a:lvl4pPr>
            <a:lvl5pPr>
              <a:defRPr sz="2175" b="1">
                <a:solidFill>
                  <a:srgbClr val="BC741D"/>
                </a:solidFill>
                <a:latin typeface="Liberation Sans"/>
                <a:ea typeface="Liberation Sans"/>
                <a:cs typeface="Liberation Sans"/>
              </a:defRPr>
            </a:lvl5pPr>
            <a:lvl6pPr>
              <a:defRPr sz="2175" b="1">
                <a:solidFill>
                  <a:srgbClr val="BC741D"/>
                </a:solidFill>
                <a:latin typeface="Liberation Sans"/>
                <a:ea typeface="Liberation Sans"/>
                <a:cs typeface="Liberation Sans"/>
              </a:defRPr>
            </a:lvl6pPr>
            <a:lvl7pPr>
              <a:defRPr sz="2175" b="1">
                <a:solidFill>
                  <a:srgbClr val="BC741D"/>
                </a:solidFill>
                <a:latin typeface="Liberation Sans"/>
                <a:ea typeface="Liberation Sans"/>
                <a:cs typeface="Liberation Sans"/>
              </a:defRPr>
            </a:lvl7pPr>
            <a:lvl8pPr>
              <a:defRPr sz="2175" b="1">
                <a:solidFill>
                  <a:srgbClr val="BC741D"/>
                </a:solidFill>
                <a:latin typeface="Liberation Sans"/>
                <a:ea typeface="Liberation Sans"/>
                <a:cs typeface="Liberation Sans"/>
              </a:defRPr>
            </a:lvl8pPr>
            <a:lvl9pPr>
              <a:defRPr sz="2175" b="1">
                <a:solidFill>
                  <a:srgbClr val="BC741D"/>
                </a:solidFill>
                <a:latin typeface="Liberation Sans"/>
                <a:ea typeface="Liberation Sans"/>
                <a:cs typeface="Liberation Sans"/>
              </a:defRPr>
            </a:lvl9pPr>
          </a:lstStyle>
          <a:p xmlns:a="http://schemas.openxmlformats.org/drawingml/2006/main">
            <a:pPr>
              <a:defRPr sz="2175" b="1">
                <a:solidFill>
                  <a:srgbClr val="BC741D"/>
                </a:solidFill>
                <a:latin typeface="Liberation Sans"/>
                <a:ea typeface="Liberation Sans"/>
                <a:cs typeface="Liberation Sans"/>
              </a:defRPr>
            </a:pPr>
            <a:r>
              <a:rPr sz="2175" b="1">
                <a:solidFill>
                  <a:srgbClr val="BC741D"/>
                </a:solidFill>
                <a:latin typeface="Liberation Sans"/>
                <a:ea typeface="Liberation Sans"/>
                <a:cs typeface="Liberation Sans"/>
              </a:rPr>
              <a:t>SYNTHETIC DEMONSTRATION</a:t>
            </a:r>
          </a:p>
        </p:txBody>
      </p:sp>
      <p:sp>
        <p:nvSpPr>
          <p:cNvPr id="9" name="">
            <a:extLst xmlns:a="http://schemas.openxmlformats.org/drawingml/2006/main">
              <a:ext uri="{FF2B5EF4-FFF2-40B4-BE49-F238E27FC236}">
                <a16:creationId xmlns:a16="http://schemas.microsoft.com/office/drawing/2014/main" id="{02EA7B2E-9687-42BC-B11D-D533B25A91C5}"/>
              </a:ext>
            </a:extLst>
          </p:cNvPr>
          <p:cNvSpPr>
            <a:spLocks xmlns:a="http://schemas.openxmlformats.org/drawingml/2006/main" noGrp="1"/>
          </p:cNvSpPr>
          <p:nvPr/>
        </p:nvSpPr>
        <p:spPr>
          <a:xfrm xmlns:a="http://schemas.openxmlformats.org/drawingml/2006/main">
            <a:off x="685800" y="2400300"/>
            <a:ext cx="4905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The screen proves the result workflow and exports operate with fixtures.</a:t>
            </a:r>
          </a:p>
        </p:txBody>
      </p:sp>
      <p:sp>
        <p:nvSpPr>
          <p:cNvPr id="10" name="">
            <a:extLst xmlns:a="http://schemas.openxmlformats.org/drawingml/2006/main">
              <a:ext uri="{FF2B5EF4-FFF2-40B4-BE49-F238E27FC236}">
                <a16:creationId xmlns:a16="http://schemas.microsoft.com/office/drawing/2014/main" id="{4F5162EC-45B8-4825-B145-E606E4FACA76}"/>
              </a:ext>
            </a:extLst>
          </p:cNvPr>
          <p:cNvSpPr>
            <a:spLocks xmlns:a="http://schemas.openxmlformats.org/drawingml/2006/main" noGrp="1"/>
          </p:cNvSpPr>
          <p:nvPr/>
        </p:nvSpPr>
        <p:spPr>
          <a:xfrm xmlns:a="http://schemas.openxmlformats.org/drawingml/2006/main">
            <a:off x="685800" y="3371850"/>
            <a:ext cx="4905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It does not measure provider quality or establish a winner.</a:t>
            </a:r>
          </a:p>
        </p:txBody>
      </p:sp>
      <p:sp>
        <p:nvSpPr>
          <p:cNvPr id="11" name="">
            <a:extLst xmlns:a="http://schemas.openxmlformats.org/drawingml/2006/main">
              <a:ext uri="{FF2B5EF4-FFF2-40B4-BE49-F238E27FC236}">
                <a16:creationId xmlns:a16="http://schemas.microsoft.com/office/drawing/2014/main" id="{36BD6CED-9178-4879-8593-DF95342FC7B6}"/>
              </a:ext>
            </a:extLst>
          </p:cNvPr>
          <p:cNvSpPr>
            <a:spLocks xmlns:a="http://schemas.openxmlformats.org/drawingml/2006/main" noGrp="1"/>
          </p:cNvSpPr>
          <p:nvPr/>
        </p:nvSpPr>
        <p:spPr>
          <a:xfrm xmlns:a="http://schemas.openxmlformats.org/drawingml/2006/main">
            <a:off x="685800" y="4381500"/>
            <a:ext cx="4905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152238"/>
                </a:solidFill>
                <a:latin typeface="Liberation Sans"/>
                <a:ea typeface="Liberation Sans"/>
                <a:cs typeface="Liberation Sans"/>
              </a:defRPr>
            </a:defPPr>
            <a:lvl1pPr>
              <a:defRPr sz="1500" b="0">
                <a:solidFill>
                  <a:srgbClr val="152238"/>
                </a:solidFill>
                <a:latin typeface="Liberation Sans"/>
                <a:ea typeface="Liberation Sans"/>
                <a:cs typeface="Liberation Sans"/>
              </a:defRPr>
            </a:lvl1pPr>
            <a:lvl2pPr>
              <a:defRPr sz="1500" b="0">
                <a:solidFill>
                  <a:srgbClr val="152238"/>
                </a:solidFill>
                <a:latin typeface="Liberation Sans"/>
                <a:ea typeface="Liberation Sans"/>
                <a:cs typeface="Liberation Sans"/>
              </a:defRPr>
            </a:lvl2pPr>
            <a:lvl3pPr>
              <a:defRPr sz="1500" b="0">
                <a:solidFill>
                  <a:srgbClr val="152238"/>
                </a:solidFill>
                <a:latin typeface="Liberation Sans"/>
                <a:ea typeface="Liberation Sans"/>
                <a:cs typeface="Liberation Sans"/>
              </a:defRPr>
            </a:lvl3pPr>
            <a:lvl4pPr>
              <a:defRPr sz="1500" b="0">
                <a:solidFill>
                  <a:srgbClr val="152238"/>
                </a:solidFill>
                <a:latin typeface="Liberation Sans"/>
                <a:ea typeface="Liberation Sans"/>
                <a:cs typeface="Liberation Sans"/>
              </a:defRPr>
            </a:lvl4pPr>
            <a:lvl5pPr>
              <a:defRPr sz="1500" b="0">
                <a:solidFill>
                  <a:srgbClr val="152238"/>
                </a:solidFill>
                <a:latin typeface="Liberation Sans"/>
                <a:ea typeface="Liberation Sans"/>
                <a:cs typeface="Liberation Sans"/>
              </a:defRPr>
            </a:lvl5pPr>
            <a:lvl6pPr>
              <a:defRPr sz="1500" b="0">
                <a:solidFill>
                  <a:srgbClr val="152238"/>
                </a:solidFill>
                <a:latin typeface="Liberation Sans"/>
                <a:ea typeface="Liberation Sans"/>
                <a:cs typeface="Liberation Sans"/>
              </a:defRPr>
            </a:lvl6pPr>
            <a:lvl7pPr>
              <a:defRPr sz="1500" b="0">
                <a:solidFill>
                  <a:srgbClr val="152238"/>
                </a:solidFill>
                <a:latin typeface="Liberation Sans"/>
                <a:ea typeface="Liberation Sans"/>
                <a:cs typeface="Liberation Sans"/>
              </a:defRPr>
            </a:lvl7pPr>
            <a:lvl8pPr>
              <a:defRPr sz="1500" b="0">
                <a:solidFill>
                  <a:srgbClr val="152238"/>
                </a:solidFill>
                <a:latin typeface="Liberation Sans"/>
                <a:ea typeface="Liberation Sans"/>
                <a:cs typeface="Liberation Sans"/>
              </a:defRPr>
            </a:lvl8pPr>
            <a:lvl9pPr>
              <a:defRPr sz="1500" b="0">
                <a:solidFill>
                  <a:srgbClr val="152238"/>
                </a:solidFill>
                <a:latin typeface="Liberation Sans"/>
                <a:ea typeface="Liberation Sans"/>
                <a:cs typeface="Liberation Sans"/>
              </a:defRPr>
            </a:lvl9pPr>
          </a:lstStyle>
          <a:p xmlns:a="http://schemas.openxmlformats.org/drawingml/2006/main">
            <a:pPr>
              <a:defRPr sz="1500" b="0">
                <a:solidFill>
                  <a:srgbClr val="152238"/>
                </a:solidFill>
                <a:latin typeface="Liberation Sans"/>
                <a:ea typeface="Liberation Sans"/>
                <a:cs typeface="Liberation Sans"/>
              </a:defRPr>
            </a:pPr>
            <a:r>
              <a:rPr sz="1500" b="0">
                <a:solidFill>
                  <a:srgbClr val="152238"/>
                </a:solidFill>
                <a:latin typeface="Liberation Sans"/>
                <a:ea typeface="Liberation Sans"/>
                <a:cs typeface="Liberation Sans"/>
              </a:rPr>
              <a:t>•  The separate 20/20 live smoke used 10 convenience items and two OpenRouter routes.</a:t>
            </a:r>
          </a:p>
        </p:txBody>
      </p:sp>
      <p:sp>
        <p:nvSpPr>
          <p:cNvPr id="12" name="">
            <a:extLst xmlns:a="http://schemas.openxmlformats.org/drawingml/2006/main">
              <a:ext uri="{FF2B5EF4-FFF2-40B4-BE49-F238E27FC236}">
                <a16:creationId xmlns:a16="http://schemas.microsoft.com/office/drawing/2014/main" id="{5D8D7DA8-5B98-472B-98D3-432F3B01D10D}"/>
              </a:ext>
            </a:extLst>
          </p:cNvPr>
          <p:cNvSpPr>
            <a:spLocks xmlns:a="http://schemas.openxmlformats.org/drawingml/2006/main" noGrp="1"/>
          </p:cNvSpPr>
          <p:nvPr/>
        </p:nvSpPr>
        <p:spPr>
          <a:xfrm xmlns:a="http://schemas.openxmlformats.org/drawingml/2006/main">
            <a:off x="5962650" y="581025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1">
                <a:solidFill>
                  <a:srgbClr val="526177"/>
                </a:solidFill>
                <a:latin typeface="Liberation Sans"/>
                <a:ea typeface="Liberation Sans"/>
                <a:cs typeface="Liberation Sans"/>
              </a:defRPr>
            </a:defPPr>
            <a:lvl1pPr>
              <a:defRPr sz="1125" b="1">
                <a:solidFill>
                  <a:srgbClr val="526177"/>
                </a:solidFill>
                <a:latin typeface="Liberation Sans"/>
                <a:ea typeface="Liberation Sans"/>
                <a:cs typeface="Liberation Sans"/>
              </a:defRPr>
            </a:lvl1pPr>
            <a:lvl2pPr>
              <a:defRPr sz="1125" b="1">
                <a:solidFill>
                  <a:srgbClr val="526177"/>
                </a:solidFill>
                <a:latin typeface="Liberation Sans"/>
                <a:ea typeface="Liberation Sans"/>
                <a:cs typeface="Liberation Sans"/>
              </a:defRPr>
            </a:lvl2pPr>
            <a:lvl3pPr>
              <a:defRPr sz="1125" b="1">
                <a:solidFill>
                  <a:srgbClr val="526177"/>
                </a:solidFill>
                <a:latin typeface="Liberation Sans"/>
                <a:ea typeface="Liberation Sans"/>
                <a:cs typeface="Liberation Sans"/>
              </a:defRPr>
            </a:lvl3pPr>
            <a:lvl4pPr>
              <a:defRPr sz="1125" b="1">
                <a:solidFill>
                  <a:srgbClr val="526177"/>
                </a:solidFill>
                <a:latin typeface="Liberation Sans"/>
                <a:ea typeface="Liberation Sans"/>
                <a:cs typeface="Liberation Sans"/>
              </a:defRPr>
            </a:lvl4pPr>
            <a:lvl5pPr>
              <a:defRPr sz="1125" b="1">
                <a:solidFill>
                  <a:srgbClr val="526177"/>
                </a:solidFill>
                <a:latin typeface="Liberation Sans"/>
                <a:ea typeface="Liberation Sans"/>
                <a:cs typeface="Liberation Sans"/>
              </a:defRPr>
            </a:lvl5pPr>
            <a:lvl6pPr>
              <a:defRPr sz="1125" b="1">
                <a:solidFill>
                  <a:srgbClr val="526177"/>
                </a:solidFill>
                <a:latin typeface="Liberation Sans"/>
                <a:ea typeface="Liberation Sans"/>
                <a:cs typeface="Liberation Sans"/>
              </a:defRPr>
            </a:lvl6pPr>
            <a:lvl7pPr>
              <a:defRPr sz="1125" b="1">
                <a:solidFill>
                  <a:srgbClr val="526177"/>
                </a:solidFill>
                <a:latin typeface="Liberation Sans"/>
                <a:ea typeface="Liberation Sans"/>
                <a:cs typeface="Liberation Sans"/>
              </a:defRPr>
            </a:lvl7pPr>
            <a:lvl8pPr>
              <a:defRPr sz="1125" b="1">
                <a:solidFill>
                  <a:srgbClr val="526177"/>
                </a:solidFill>
                <a:latin typeface="Liberation Sans"/>
                <a:ea typeface="Liberation Sans"/>
                <a:cs typeface="Liberation Sans"/>
              </a:defRPr>
            </a:lvl8pPr>
            <a:lvl9pPr>
              <a:defRPr sz="1125" b="1">
                <a:solidFill>
                  <a:srgbClr val="526177"/>
                </a:solidFill>
                <a:latin typeface="Liberation Sans"/>
                <a:ea typeface="Liberation Sans"/>
                <a:cs typeface="Liberation Sans"/>
              </a:defRPr>
            </a:lvl9pPr>
          </a:lstStyle>
          <a:p xmlns:a="http://schemas.openxmlformats.org/drawingml/2006/main">
            <a:pPr>
              <a:defRPr sz="1125" b="1">
                <a:solidFill>
                  <a:srgbClr val="526177"/>
                </a:solidFill>
                <a:latin typeface="Liberation Sans"/>
                <a:ea typeface="Liberation Sans"/>
                <a:cs typeface="Liberation Sans"/>
              </a:defRPr>
            </a:pPr>
            <a:r>
              <a:rPr sz="1125" b="1">
                <a:solidFill>
                  <a:srgbClr val="526177"/>
                </a:solidFill>
                <a:latin typeface="Liberation Sans"/>
                <a:ea typeface="Liberation Sans"/>
                <a:cs typeface="Liberation Sans"/>
              </a:rPr>
              <a:t>Screenshot: fixture responses, not live model data</a:t>
            </a:r>
          </a:p>
        </p:txBody>
      </p:sp>
    </p:spTree>
    <p:extLst>
      <p:ext uri="{BB962C8B-B14F-4D97-AF65-F5344CB8AC3E}">
        <p14:creationId xmlns:p14="http://schemas.microsoft.com/office/powerpoint/2010/main" val="6644003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BC2399-595F-4F84-B15C-7D20CF2641C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66C2F147-DC66-45DB-90E8-AC8AB8D37BC4}"/>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B6527183-C379-4CDE-8F7D-8D754CC5AC13}"/>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Limits of the evidence</a:t>
            </a:r>
          </a:p>
        </p:txBody>
      </p:sp>
      <p:sp>
        <p:nvSpPr>
          <p:cNvPr id="4" name="">
            <a:extLst xmlns:a="http://schemas.openxmlformats.org/drawingml/2006/main">
              <a:ext uri="{FF2B5EF4-FFF2-40B4-BE49-F238E27FC236}">
                <a16:creationId xmlns:a16="http://schemas.microsoft.com/office/drawing/2014/main" id="{B0923192-38C2-4ADC-9A6C-675569C98F6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5D19ACB2-6FDE-4CE8-B744-1D47F3DCCABD}"/>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3C599358-1156-466D-A833-CE06D5C0F63B}"/>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14</a:t>
            </a:r>
          </a:p>
        </p:txBody>
      </p:sp>
      <p:sp>
        <p:nvSpPr>
          <p:cNvPr id="7" name="">
            <a:extLst xmlns:a="http://schemas.openxmlformats.org/drawingml/2006/main">
              <a:ext uri="{FF2B5EF4-FFF2-40B4-BE49-F238E27FC236}">
                <a16:creationId xmlns:a16="http://schemas.microsoft.com/office/drawing/2014/main" id="{153A2B25-405C-4EFD-A893-629CD9B4427A}"/>
              </a:ext>
            </a:extLst>
          </p:cNvPr>
          <p:cNvSpPr>
            <a:spLocks xmlns:a="http://schemas.openxmlformats.org/drawingml/2006/main" noGrp="1"/>
          </p:cNvSpPr>
          <p:nvPr/>
        </p:nvSpPr>
        <p:spPr>
          <a:xfrm xmlns:a="http://schemas.openxmlformats.org/drawingml/2006/main">
            <a:off x="666750" y="1666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Small authored samples; no independently reviewed held-out study.</a:t>
            </a:r>
          </a:p>
        </p:txBody>
      </p:sp>
      <p:sp>
        <p:nvSpPr>
          <p:cNvPr id="8" name="">
            <a:extLst xmlns:a="http://schemas.openxmlformats.org/drawingml/2006/main">
              <a:ext uri="{FF2B5EF4-FFF2-40B4-BE49-F238E27FC236}">
                <a16:creationId xmlns:a16="http://schemas.microsoft.com/office/drawing/2014/main" id="{AF4D0EDE-8091-432D-9B4F-1F4F61AE2751}"/>
              </a:ext>
            </a:extLst>
          </p:cNvPr>
          <p:cNvSpPr>
            <a:spLocks xmlns:a="http://schemas.openxmlformats.org/drawingml/2006/main" noGrp="1"/>
          </p:cNvSpPr>
          <p:nvPr/>
        </p:nvSpPr>
        <p:spPr>
          <a:xfrm xmlns:a="http://schemas.openxmlformats.org/drawingml/2006/main">
            <a:off x="666750" y="24003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Routes, models, prices and hosted behavior can change.</a:t>
            </a:r>
          </a:p>
        </p:txBody>
      </p:sp>
      <p:sp>
        <p:nvSpPr>
          <p:cNvPr id="9" name="">
            <a:extLst xmlns:a="http://schemas.openxmlformats.org/drawingml/2006/main">
              <a:ext uri="{FF2B5EF4-FFF2-40B4-BE49-F238E27FC236}">
                <a16:creationId xmlns:a16="http://schemas.microsoft.com/office/drawing/2014/main" id="{933A34B6-A50F-46BA-8F9D-818F9231E15D}"/>
              </a:ext>
            </a:extLst>
          </p:cNvPr>
          <p:cNvSpPr>
            <a:spLocks xmlns:a="http://schemas.openxmlformats.org/drawingml/2006/main" noGrp="1"/>
          </p:cNvSpPr>
          <p:nvPr/>
        </p:nvSpPr>
        <p:spPr>
          <a:xfrm xmlns:a="http://schemas.openxmlformats.org/drawingml/2006/main">
            <a:off x="666750" y="31337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0">
                <a:solidFill>
                  <a:srgbClr val="152238"/>
                </a:solidFill>
                <a:latin typeface="Liberation Sans"/>
                <a:ea typeface="Liberation Sans"/>
                <a:cs typeface="Liberation Sans"/>
              </a:defRPr>
            </a:defPPr>
            <a:lvl1pPr>
              <a:defRPr sz="1725" b="0">
                <a:solidFill>
                  <a:srgbClr val="152238"/>
                </a:solidFill>
                <a:latin typeface="Liberation Sans"/>
                <a:ea typeface="Liberation Sans"/>
                <a:cs typeface="Liberation Sans"/>
              </a:defRPr>
            </a:lvl1pPr>
            <a:lvl2pPr>
              <a:defRPr sz="1725" b="0">
                <a:solidFill>
                  <a:srgbClr val="152238"/>
                </a:solidFill>
                <a:latin typeface="Liberation Sans"/>
                <a:ea typeface="Liberation Sans"/>
                <a:cs typeface="Liberation Sans"/>
              </a:defRPr>
            </a:lvl2pPr>
            <a:lvl3pPr>
              <a:defRPr sz="1725" b="0">
                <a:solidFill>
                  <a:srgbClr val="152238"/>
                </a:solidFill>
                <a:latin typeface="Liberation Sans"/>
                <a:ea typeface="Liberation Sans"/>
                <a:cs typeface="Liberation Sans"/>
              </a:defRPr>
            </a:lvl3pPr>
            <a:lvl4pPr>
              <a:defRPr sz="1725" b="0">
                <a:solidFill>
                  <a:srgbClr val="152238"/>
                </a:solidFill>
                <a:latin typeface="Liberation Sans"/>
                <a:ea typeface="Liberation Sans"/>
                <a:cs typeface="Liberation Sans"/>
              </a:defRPr>
            </a:lvl4pPr>
            <a:lvl5pPr>
              <a:defRPr sz="1725" b="0">
                <a:solidFill>
                  <a:srgbClr val="152238"/>
                </a:solidFill>
                <a:latin typeface="Liberation Sans"/>
                <a:ea typeface="Liberation Sans"/>
                <a:cs typeface="Liberation Sans"/>
              </a:defRPr>
            </a:lvl5pPr>
            <a:lvl6pPr>
              <a:defRPr sz="1725" b="0">
                <a:solidFill>
                  <a:srgbClr val="152238"/>
                </a:solidFill>
                <a:latin typeface="Liberation Sans"/>
                <a:ea typeface="Liberation Sans"/>
                <a:cs typeface="Liberation Sans"/>
              </a:defRPr>
            </a:lvl6pPr>
            <a:lvl7pPr>
              <a:defRPr sz="1725" b="0">
                <a:solidFill>
                  <a:srgbClr val="152238"/>
                </a:solidFill>
                <a:latin typeface="Liberation Sans"/>
                <a:ea typeface="Liberation Sans"/>
                <a:cs typeface="Liberation Sans"/>
              </a:defRPr>
            </a:lvl7pPr>
            <a:lvl8pPr>
              <a:defRPr sz="1725" b="0">
                <a:solidFill>
                  <a:srgbClr val="152238"/>
                </a:solidFill>
                <a:latin typeface="Liberation Sans"/>
                <a:ea typeface="Liberation Sans"/>
                <a:cs typeface="Liberation Sans"/>
              </a:defRPr>
            </a:lvl8pPr>
            <a:lvl9pPr>
              <a:defRPr sz="1725" b="0">
                <a:solidFill>
                  <a:srgbClr val="152238"/>
                </a:solidFill>
                <a:latin typeface="Liberation Sans"/>
                <a:ea typeface="Liberation Sans"/>
                <a:cs typeface="Liberation Sans"/>
              </a:defRPr>
            </a:lvl9pPr>
          </a:lstStyle>
          <a:p xmlns:a="http://schemas.openxmlformats.org/drawingml/2006/main">
            <a:pPr>
              <a:defRPr sz="1725" b="0">
                <a:solidFill>
                  <a:srgbClr val="152238"/>
                </a:solidFill>
                <a:latin typeface="Liberation Sans"/>
                <a:ea typeface="Liberation Sans"/>
                <a:cs typeface="Liberation Sans"/>
              </a:defRPr>
            </a:pPr>
            <a:r>
              <a:rPr sz="1725" b="0">
                <a:solidFill>
                  <a:srgbClr val="152238"/>
                </a:solidFill>
                <a:latin typeface="Liberation Sans"/>
                <a:ea typeface="Liberation Sans"/>
                <a:cs typeface="Liberation Sans"/>
              </a:rPr>
              <a:t>•  Scorer proxies cannot establish broad factuality or human preference.</a:t>
            </a:r>
          </a:p>
        </p:txBody>
      </p:sp>
      <p:sp>
        <p:nvSpPr>
          <p:cNvPr id="10" name="">
            <a:extLst xmlns:a="http://schemas.openxmlformats.org/drawingml/2006/main">
              <a:ext uri="{FF2B5EF4-FFF2-40B4-BE49-F238E27FC236}">
                <a16:creationId xmlns:a16="http://schemas.microsoft.com/office/drawing/2014/main" id="{32F01699-1CC1-4B4F-AE43-6FC827E407D7}"/>
              </a:ext>
            </a:extLst>
          </p:cNvPr>
          <p:cNvSpPr>
            <a:spLocks xmlns:a="http://schemas.openxmlformats.org/drawingml/2006/main" noGrp="1"/>
          </p:cNvSpPr>
          <p:nvPr/>
        </p:nvSpPr>
        <p:spPr>
          <a:xfrm xmlns:a="http://schemas.openxmlformats.org/drawingml/2006/main">
            <a:off x="666750" y="386715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No fairness, calibration, agent, multimodal or official benchmark suite.</a:t>
            </a:r>
          </a:p>
        </p:txBody>
      </p:sp>
      <p:sp>
        <p:nvSpPr>
          <p:cNvPr id="11" name="">
            <a:extLst xmlns:a="http://schemas.openxmlformats.org/drawingml/2006/main">
              <a:ext uri="{FF2B5EF4-FFF2-40B4-BE49-F238E27FC236}">
                <a16:creationId xmlns:a16="http://schemas.microsoft.com/office/drawing/2014/main" id="{F6E8E693-3DA4-49B6-8DF3-C3F413B5B1E3}"/>
              </a:ext>
            </a:extLst>
          </p:cNvPr>
          <p:cNvSpPr>
            <a:spLocks xmlns:a="http://schemas.openxmlformats.org/drawingml/2006/main" noGrp="1"/>
          </p:cNvSpPr>
          <p:nvPr/>
        </p:nvSpPr>
        <p:spPr>
          <a:xfrm xmlns:a="http://schemas.openxmlformats.org/drawingml/2006/main">
            <a:off x="666750" y="46005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152238"/>
                </a:solidFill>
                <a:latin typeface="Liberation Sans"/>
                <a:ea typeface="Liberation Sans"/>
                <a:cs typeface="Liberation Sans"/>
              </a:defRPr>
            </a:defPPr>
            <a:lvl1pPr>
              <a:defRPr sz="1650" b="0">
                <a:solidFill>
                  <a:srgbClr val="152238"/>
                </a:solidFill>
                <a:latin typeface="Liberation Sans"/>
                <a:ea typeface="Liberation Sans"/>
                <a:cs typeface="Liberation Sans"/>
              </a:defRPr>
            </a:lvl1pPr>
            <a:lvl2pPr>
              <a:defRPr sz="1650" b="0">
                <a:solidFill>
                  <a:srgbClr val="152238"/>
                </a:solidFill>
                <a:latin typeface="Liberation Sans"/>
                <a:ea typeface="Liberation Sans"/>
                <a:cs typeface="Liberation Sans"/>
              </a:defRPr>
            </a:lvl2pPr>
            <a:lvl3pPr>
              <a:defRPr sz="1650" b="0">
                <a:solidFill>
                  <a:srgbClr val="152238"/>
                </a:solidFill>
                <a:latin typeface="Liberation Sans"/>
                <a:ea typeface="Liberation Sans"/>
                <a:cs typeface="Liberation Sans"/>
              </a:defRPr>
            </a:lvl3pPr>
            <a:lvl4pPr>
              <a:defRPr sz="1650" b="0">
                <a:solidFill>
                  <a:srgbClr val="152238"/>
                </a:solidFill>
                <a:latin typeface="Liberation Sans"/>
                <a:ea typeface="Liberation Sans"/>
                <a:cs typeface="Liberation Sans"/>
              </a:defRPr>
            </a:lvl4pPr>
            <a:lvl5pPr>
              <a:defRPr sz="1650" b="0">
                <a:solidFill>
                  <a:srgbClr val="152238"/>
                </a:solidFill>
                <a:latin typeface="Liberation Sans"/>
                <a:ea typeface="Liberation Sans"/>
                <a:cs typeface="Liberation Sans"/>
              </a:defRPr>
            </a:lvl5pPr>
            <a:lvl6pPr>
              <a:defRPr sz="1650" b="0">
                <a:solidFill>
                  <a:srgbClr val="152238"/>
                </a:solidFill>
                <a:latin typeface="Liberation Sans"/>
                <a:ea typeface="Liberation Sans"/>
                <a:cs typeface="Liberation Sans"/>
              </a:defRPr>
            </a:lvl6pPr>
            <a:lvl7pPr>
              <a:defRPr sz="1650" b="0">
                <a:solidFill>
                  <a:srgbClr val="152238"/>
                </a:solidFill>
                <a:latin typeface="Liberation Sans"/>
                <a:ea typeface="Liberation Sans"/>
                <a:cs typeface="Liberation Sans"/>
              </a:defRPr>
            </a:lvl7pPr>
            <a:lvl8pPr>
              <a:defRPr sz="1650" b="0">
                <a:solidFill>
                  <a:srgbClr val="152238"/>
                </a:solidFill>
                <a:latin typeface="Liberation Sans"/>
                <a:ea typeface="Liberation Sans"/>
                <a:cs typeface="Liberation Sans"/>
              </a:defRPr>
            </a:lvl8pPr>
            <a:lvl9pPr>
              <a:defRPr sz="1650" b="0">
                <a:solidFill>
                  <a:srgbClr val="152238"/>
                </a:solidFill>
                <a:latin typeface="Liberation Sans"/>
                <a:ea typeface="Liberation Sans"/>
                <a:cs typeface="Liberation Sans"/>
              </a:defRPr>
            </a:lvl9pPr>
          </a:lstStyle>
          <a:p xmlns:a="http://schemas.openxmlformats.org/drawingml/2006/main">
            <a:pPr>
              <a:defRPr sz="1650" b="0">
                <a:solidFill>
                  <a:srgbClr val="152238"/>
                </a:solidFill>
                <a:latin typeface="Liberation Sans"/>
                <a:ea typeface="Liberation Sans"/>
                <a:cs typeface="Liberation Sans"/>
              </a:defRPr>
            </a:pPr>
            <a:r>
              <a:rPr sz="1650" b="0">
                <a:solidFill>
                  <a:srgbClr val="152238"/>
                </a:solidFill>
                <a:latin typeface="Liberation Sans"/>
                <a:ea typeface="Liberation Sans"/>
                <a:cs typeface="Liberation Sans"/>
              </a:rPr>
              <a:t>•  The app is local and single-user; it does not collect public keys.</a:t>
            </a:r>
          </a:p>
        </p:txBody>
      </p:sp>
      <p:sp>
        <p:nvSpPr>
          <p:cNvPr id="12" name="">
            <a:extLst xmlns:a="http://schemas.openxmlformats.org/drawingml/2006/main">
              <a:ext uri="{FF2B5EF4-FFF2-40B4-BE49-F238E27FC236}">
                <a16:creationId xmlns:a16="http://schemas.microsoft.com/office/drawing/2014/main" id="{324BCE9D-072F-460D-8E77-0EDA6C36184F}"/>
              </a:ext>
            </a:extLst>
          </p:cNvPr>
          <p:cNvSpPr>
            <a:spLocks xmlns:a="http://schemas.openxmlformats.org/drawingml/2006/main" noGrp="1"/>
          </p:cNvSpPr>
          <p:nvPr/>
        </p:nvSpPr>
        <p:spPr>
          <a:xfrm xmlns:a="http://schemas.openxmlformats.org/drawingml/2006/main">
            <a:off x="685800" y="542925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725" b="1">
                <a:solidFill>
                  <a:srgbClr val="BC741D"/>
                </a:solidFill>
                <a:latin typeface="Liberation Sans"/>
                <a:ea typeface="Liberation Sans"/>
                <a:cs typeface="Liberation Sans"/>
              </a:defRPr>
            </a:defPPr>
            <a:lvl1pPr>
              <a:defRPr sz="1725" b="1">
                <a:solidFill>
                  <a:srgbClr val="BC741D"/>
                </a:solidFill>
                <a:latin typeface="Liberation Sans"/>
                <a:ea typeface="Liberation Sans"/>
                <a:cs typeface="Liberation Sans"/>
              </a:defRPr>
            </a:lvl1pPr>
            <a:lvl2pPr>
              <a:defRPr sz="1725" b="1">
                <a:solidFill>
                  <a:srgbClr val="BC741D"/>
                </a:solidFill>
                <a:latin typeface="Liberation Sans"/>
                <a:ea typeface="Liberation Sans"/>
                <a:cs typeface="Liberation Sans"/>
              </a:defRPr>
            </a:lvl2pPr>
            <a:lvl3pPr>
              <a:defRPr sz="1725" b="1">
                <a:solidFill>
                  <a:srgbClr val="BC741D"/>
                </a:solidFill>
                <a:latin typeface="Liberation Sans"/>
                <a:ea typeface="Liberation Sans"/>
                <a:cs typeface="Liberation Sans"/>
              </a:defRPr>
            </a:lvl3pPr>
            <a:lvl4pPr>
              <a:defRPr sz="1725" b="1">
                <a:solidFill>
                  <a:srgbClr val="BC741D"/>
                </a:solidFill>
                <a:latin typeface="Liberation Sans"/>
                <a:ea typeface="Liberation Sans"/>
                <a:cs typeface="Liberation Sans"/>
              </a:defRPr>
            </a:lvl4pPr>
            <a:lvl5pPr>
              <a:defRPr sz="1725" b="1">
                <a:solidFill>
                  <a:srgbClr val="BC741D"/>
                </a:solidFill>
                <a:latin typeface="Liberation Sans"/>
                <a:ea typeface="Liberation Sans"/>
                <a:cs typeface="Liberation Sans"/>
              </a:defRPr>
            </a:lvl5pPr>
            <a:lvl6pPr>
              <a:defRPr sz="1725" b="1">
                <a:solidFill>
                  <a:srgbClr val="BC741D"/>
                </a:solidFill>
                <a:latin typeface="Liberation Sans"/>
                <a:ea typeface="Liberation Sans"/>
                <a:cs typeface="Liberation Sans"/>
              </a:defRPr>
            </a:lvl6pPr>
            <a:lvl7pPr>
              <a:defRPr sz="1725" b="1">
                <a:solidFill>
                  <a:srgbClr val="BC741D"/>
                </a:solidFill>
                <a:latin typeface="Liberation Sans"/>
                <a:ea typeface="Liberation Sans"/>
                <a:cs typeface="Liberation Sans"/>
              </a:defRPr>
            </a:lvl7pPr>
            <a:lvl8pPr>
              <a:defRPr sz="1725" b="1">
                <a:solidFill>
                  <a:srgbClr val="BC741D"/>
                </a:solidFill>
                <a:latin typeface="Liberation Sans"/>
                <a:ea typeface="Liberation Sans"/>
                <a:cs typeface="Liberation Sans"/>
              </a:defRPr>
            </a:lvl8pPr>
            <a:lvl9pPr>
              <a:defRPr sz="1725" b="1">
                <a:solidFill>
                  <a:srgbClr val="BC741D"/>
                </a:solidFill>
                <a:latin typeface="Liberation Sans"/>
                <a:ea typeface="Liberation Sans"/>
                <a:cs typeface="Liberation Sans"/>
              </a:defRPr>
            </a:lvl9pPr>
          </a:lstStyle>
          <a:p xmlns:a="http://schemas.openxmlformats.org/drawingml/2006/main">
            <a:pPr>
              <a:defRPr sz="1725" b="1">
                <a:solidFill>
                  <a:srgbClr val="BC741D"/>
                </a:solidFill>
                <a:latin typeface="Liberation Sans"/>
                <a:ea typeface="Liberation Sans"/>
                <a:cs typeface="Liberation Sans"/>
              </a:defRPr>
            </a:pPr>
            <a:r>
              <a:rPr sz="1725" b="1">
                <a:solidFill>
                  <a:srgbClr val="BC741D"/>
                </a:solidFill>
                <a:latin typeface="Liberation Sans"/>
                <a:ea typeface="Liberation Sans"/>
                <a:cs typeface="Liberation Sans"/>
              </a:rPr>
              <a:t>Frozen inputs and logs support audit; they do not freeze providers.</a:t>
            </a:r>
          </a:p>
        </p:txBody>
      </p:sp>
    </p:spTree>
    <p:extLst>
      <p:ext uri="{BB962C8B-B14F-4D97-AF65-F5344CB8AC3E}">
        <p14:creationId xmlns:p14="http://schemas.microsoft.com/office/powerpoint/2010/main" val="8155799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EAF702E-9198-4A5E-87EB-1133420DBED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E55EA7F7-1951-40E0-A77F-DBF066D62B18}"/>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85B1002E-950F-4A43-970D-C9566305F1CC}"/>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What the lab contributes</a:t>
            </a:r>
          </a:p>
        </p:txBody>
      </p:sp>
      <p:sp>
        <p:nvSpPr>
          <p:cNvPr id="4" name="">
            <a:extLst xmlns:a="http://schemas.openxmlformats.org/drawingml/2006/main">
              <a:ext uri="{FF2B5EF4-FFF2-40B4-BE49-F238E27FC236}">
                <a16:creationId xmlns:a16="http://schemas.microsoft.com/office/drawing/2014/main" id="{9E80964B-132F-465F-8010-24DC87BEB432}"/>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4FE5B756-274F-4F14-B7D1-049E4C5D93DE}"/>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9C540914-CCDE-4DD5-99AA-3224A11C0D2D}"/>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15</a:t>
            </a:r>
          </a:p>
        </p:txBody>
      </p:sp>
      <p:sp>
        <p:nvSpPr>
          <p:cNvPr id="7" name="">
            <a:extLst xmlns:a="http://schemas.openxmlformats.org/drawingml/2006/main">
              <a:ext uri="{FF2B5EF4-FFF2-40B4-BE49-F238E27FC236}">
                <a16:creationId xmlns:a16="http://schemas.microsoft.com/office/drawing/2014/main" id="{0A862FE4-BAC8-4D59-AFCF-AEB7530952B1}"/>
              </a:ext>
            </a:extLst>
          </p:cNvPr>
          <p:cNvSpPr>
            <a:spLocks xmlns:a="http://schemas.openxmlformats.org/drawingml/2006/main" noGrp="1"/>
          </p:cNvSpPr>
          <p:nvPr/>
        </p:nvSpPr>
        <p:spPr>
          <a:xfrm xmlns:a="http://schemas.openxmlformats.org/drawingml/2006/main">
            <a:off x="714375" y="163830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175" b="1">
                <a:solidFill>
                  <a:srgbClr val="BC741D"/>
                </a:solidFill>
                <a:latin typeface="Liberation Sans"/>
                <a:ea typeface="Liberation Sans"/>
                <a:cs typeface="Liberation Sans"/>
              </a:defRPr>
            </a:defPPr>
            <a:lvl1pPr>
              <a:defRPr sz="2175" b="1">
                <a:solidFill>
                  <a:srgbClr val="BC741D"/>
                </a:solidFill>
                <a:latin typeface="Liberation Sans"/>
                <a:ea typeface="Liberation Sans"/>
                <a:cs typeface="Liberation Sans"/>
              </a:defRPr>
            </a:lvl1pPr>
            <a:lvl2pPr>
              <a:defRPr sz="2175" b="1">
                <a:solidFill>
                  <a:srgbClr val="BC741D"/>
                </a:solidFill>
                <a:latin typeface="Liberation Sans"/>
                <a:ea typeface="Liberation Sans"/>
                <a:cs typeface="Liberation Sans"/>
              </a:defRPr>
            </a:lvl2pPr>
            <a:lvl3pPr>
              <a:defRPr sz="2175" b="1">
                <a:solidFill>
                  <a:srgbClr val="BC741D"/>
                </a:solidFill>
                <a:latin typeface="Liberation Sans"/>
                <a:ea typeface="Liberation Sans"/>
                <a:cs typeface="Liberation Sans"/>
              </a:defRPr>
            </a:lvl3pPr>
            <a:lvl4pPr>
              <a:defRPr sz="2175" b="1">
                <a:solidFill>
                  <a:srgbClr val="BC741D"/>
                </a:solidFill>
                <a:latin typeface="Liberation Sans"/>
                <a:ea typeface="Liberation Sans"/>
                <a:cs typeface="Liberation Sans"/>
              </a:defRPr>
            </a:lvl4pPr>
            <a:lvl5pPr>
              <a:defRPr sz="2175" b="1">
                <a:solidFill>
                  <a:srgbClr val="BC741D"/>
                </a:solidFill>
                <a:latin typeface="Liberation Sans"/>
                <a:ea typeface="Liberation Sans"/>
                <a:cs typeface="Liberation Sans"/>
              </a:defRPr>
            </a:lvl5pPr>
            <a:lvl6pPr>
              <a:defRPr sz="2175" b="1">
                <a:solidFill>
                  <a:srgbClr val="BC741D"/>
                </a:solidFill>
                <a:latin typeface="Liberation Sans"/>
                <a:ea typeface="Liberation Sans"/>
                <a:cs typeface="Liberation Sans"/>
              </a:defRPr>
            </a:lvl6pPr>
            <a:lvl7pPr>
              <a:defRPr sz="2175" b="1">
                <a:solidFill>
                  <a:srgbClr val="BC741D"/>
                </a:solidFill>
                <a:latin typeface="Liberation Sans"/>
                <a:ea typeface="Liberation Sans"/>
                <a:cs typeface="Liberation Sans"/>
              </a:defRPr>
            </a:lvl7pPr>
            <a:lvl8pPr>
              <a:defRPr sz="2175" b="1">
                <a:solidFill>
                  <a:srgbClr val="BC741D"/>
                </a:solidFill>
                <a:latin typeface="Liberation Sans"/>
                <a:ea typeface="Liberation Sans"/>
                <a:cs typeface="Liberation Sans"/>
              </a:defRPr>
            </a:lvl8pPr>
            <a:lvl9pPr>
              <a:defRPr sz="2175" b="1">
                <a:solidFill>
                  <a:srgbClr val="BC741D"/>
                </a:solidFill>
                <a:latin typeface="Liberation Sans"/>
                <a:ea typeface="Liberation Sans"/>
                <a:cs typeface="Liberation Sans"/>
              </a:defRPr>
            </a:lvl9pPr>
          </a:lstStyle>
          <a:p xmlns:a="http://schemas.openxmlformats.org/drawingml/2006/main">
            <a:pPr>
              <a:defRPr sz="2175" b="1">
                <a:solidFill>
                  <a:srgbClr val="BC741D"/>
                </a:solidFill>
                <a:latin typeface="Liberation Sans"/>
                <a:ea typeface="Liberation Sans"/>
                <a:cs typeface="Liberation Sans"/>
              </a:defRPr>
            </a:pPr>
            <a:r>
              <a:rPr sz="2175" b="1">
                <a:solidFill>
                  <a:srgbClr val="BC741D"/>
                </a:solidFill>
                <a:latin typeface="Liberation Sans"/>
                <a:ea typeface="Liberation Sans"/>
                <a:cs typeface="Liberation Sans"/>
              </a:rPr>
              <a:t>01</a:t>
            </a:r>
          </a:p>
        </p:txBody>
      </p:sp>
      <p:sp>
        <p:nvSpPr>
          <p:cNvPr id="8" name="">
            <a:extLst xmlns:a="http://schemas.openxmlformats.org/drawingml/2006/main">
              <a:ext uri="{FF2B5EF4-FFF2-40B4-BE49-F238E27FC236}">
                <a16:creationId xmlns:a16="http://schemas.microsoft.com/office/drawing/2014/main" id="{A1697DE9-054E-4893-867C-EA1113BE9587}"/>
              </a:ext>
            </a:extLst>
          </p:cNvPr>
          <p:cNvSpPr>
            <a:spLocks xmlns:a="http://schemas.openxmlformats.org/drawingml/2006/main" noGrp="1"/>
          </p:cNvSpPr>
          <p:nvPr/>
        </p:nvSpPr>
        <p:spPr>
          <a:xfrm xmlns:a="http://schemas.openxmlformats.org/drawingml/2006/main">
            <a:off x="1381125" y="1638300"/>
            <a:ext cx="962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025" b="1">
                <a:solidFill>
                  <a:srgbClr val="111A2E"/>
                </a:solidFill>
                <a:latin typeface="Liberation Sans"/>
                <a:ea typeface="Liberation Sans"/>
                <a:cs typeface="Liberation Sans"/>
              </a:defRPr>
            </a:defPPr>
            <a:lvl1pPr>
              <a:defRPr sz="2025" b="1">
                <a:solidFill>
                  <a:srgbClr val="111A2E"/>
                </a:solidFill>
                <a:latin typeface="Liberation Sans"/>
                <a:ea typeface="Liberation Sans"/>
                <a:cs typeface="Liberation Sans"/>
              </a:defRPr>
            </a:lvl1pPr>
            <a:lvl2pPr>
              <a:defRPr sz="2025" b="1">
                <a:solidFill>
                  <a:srgbClr val="111A2E"/>
                </a:solidFill>
                <a:latin typeface="Liberation Sans"/>
                <a:ea typeface="Liberation Sans"/>
                <a:cs typeface="Liberation Sans"/>
              </a:defRPr>
            </a:lvl2pPr>
            <a:lvl3pPr>
              <a:defRPr sz="2025" b="1">
                <a:solidFill>
                  <a:srgbClr val="111A2E"/>
                </a:solidFill>
                <a:latin typeface="Liberation Sans"/>
                <a:ea typeface="Liberation Sans"/>
                <a:cs typeface="Liberation Sans"/>
              </a:defRPr>
            </a:lvl3pPr>
            <a:lvl4pPr>
              <a:defRPr sz="2025" b="1">
                <a:solidFill>
                  <a:srgbClr val="111A2E"/>
                </a:solidFill>
                <a:latin typeface="Liberation Sans"/>
                <a:ea typeface="Liberation Sans"/>
                <a:cs typeface="Liberation Sans"/>
              </a:defRPr>
            </a:lvl4pPr>
            <a:lvl5pPr>
              <a:defRPr sz="2025" b="1">
                <a:solidFill>
                  <a:srgbClr val="111A2E"/>
                </a:solidFill>
                <a:latin typeface="Liberation Sans"/>
                <a:ea typeface="Liberation Sans"/>
                <a:cs typeface="Liberation Sans"/>
              </a:defRPr>
            </a:lvl5pPr>
            <a:lvl6pPr>
              <a:defRPr sz="2025" b="1">
                <a:solidFill>
                  <a:srgbClr val="111A2E"/>
                </a:solidFill>
                <a:latin typeface="Liberation Sans"/>
                <a:ea typeface="Liberation Sans"/>
                <a:cs typeface="Liberation Sans"/>
              </a:defRPr>
            </a:lvl6pPr>
            <a:lvl7pPr>
              <a:defRPr sz="2025" b="1">
                <a:solidFill>
                  <a:srgbClr val="111A2E"/>
                </a:solidFill>
                <a:latin typeface="Liberation Sans"/>
                <a:ea typeface="Liberation Sans"/>
                <a:cs typeface="Liberation Sans"/>
              </a:defRPr>
            </a:lvl7pPr>
            <a:lvl8pPr>
              <a:defRPr sz="2025" b="1">
                <a:solidFill>
                  <a:srgbClr val="111A2E"/>
                </a:solidFill>
                <a:latin typeface="Liberation Sans"/>
                <a:ea typeface="Liberation Sans"/>
                <a:cs typeface="Liberation Sans"/>
              </a:defRPr>
            </a:lvl8pPr>
            <a:lvl9pPr>
              <a:defRPr sz="2025" b="1">
                <a:solidFill>
                  <a:srgbClr val="111A2E"/>
                </a:solidFill>
                <a:latin typeface="Liberation Sans"/>
                <a:ea typeface="Liberation Sans"/>
                <a:cs typeface="Liberation Sans"/>
              </a:defRPr>
            </a:lvl9pPr>
          </a:lstStyle>
          <a:p xmlns:a="http://schemas.openxmlformats.org/drawingml/2006/main">
            <a:pPr>
              <a:defRPr sz="2025" b="1">
                <a:solidFill>
                  <a:srgbClr val="111A2E"/>
                </a:solidFill>
                <a:latin typeface="Liberation Sans"/>
                <a:ea typeface="Liberation Sans"/>
                <a:cs typeface="Liberation Sans"/>
              </a:defRPr>
            </a:pPr>
            <a:r>
              <a:rPr sz="2025" b="1">
                <a:solidFill>
                  <a:srgbClr val="111A2E"/>
                </a:solidFill>
                <a:latin typeface="Liberation Sans"/>
                <a:ea typeface="Liberation Sans"/>
                <a:cs typeface="Liberation Sans"/>
              </a:rPr>
              <a:t>Choose questions with provenance</a:t>
            </a:r>
          </a:p>
        </p:txBody>
      </p:sp>
      <p:sp>
        <p:nvSpPr>
          <p:cNvPr id="9" name="">
            <a:extLst xmlns:a="http://schemas.openxmlformats.org/drawingml/2006/main">
              <a:ext uri="{FF2B5EF4-FFF2-40B4-BE49-F238E27FC236}">
                <a16:creationId xmlns:a16="http://schemas.microsoft.com/office/drawing/2014/main" id="{C4FCC33F-C469-4F20-BDBD-CB436495F30A}"/>
              </a:ext>
            </a:extLst>
          </p:cNvPr>
          <p:cNvSpPr>
            <a:spLocks xmlns:a="http://schemas.openxmlformats.org/drawingml/2006/main" noGrp="1"/>
          </p:cNvSpPr>
          <p:nvPr/>
        </p:nvSpPr>
        <p:spPr>
          <a:xfrm xmlns:a="http://schemas.openxmlformats.org/drawingml/2006/main">
            <a:off x="714375" y="25050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175" b="1">
                <a:solidFill>
                  <a:srgbClr val="BC741D"/>
                </a:solidFill>
                <a:latin typeface="Liberation Sans"/>
                <a:ea typeface="Liberation Sans"/>
                <a:cs typeface="Liberation Sans"/>
              </a:defRPr>
            </a:defPPr>
            <a:lvl1pPr>
              <a:defRPr sz="2175" b="1">
                <a:solidFill>
                  <a:srgbClr val="BC741D"/>
                </a:solidFill>
                <a:latin typeface="Liberation Sans"/>
                <a:ea typeface="Liberation Sans"/>
                <a:cs typeface="Liberation Sans"/>
              </a:defRPr>
            </a:lvl1pPr>
            <a:lvl2pPr>
              <a:defRPr sz="2175" b="1">
                <a:solidFill>
                  <a:srgbClr val="BC741D"/>
                </a:solidFill>
                <a:latin typeface="Liberation Sans"/>
                <a:ea typeface="Liberation Sans"/>
                <a:cs typeface="Liberation Sans"/>
              </a:defRPr>
            </a:lvl2pPr>
            <a:lvl3pPr>
              <a:defRPr sz="2175" b="1">
                <a:solidFill>
                  <a:srgbClr val="BC741D"/>
                </a:solidFill>
                <a:latin typeface="Liberation Sans"/>
                <a:ea typeface="Liberation Sans"/>
                <a:cs typeface="Liberation Sans"/>
              </a:defRPr>
            </a:lvl3pPr>
            <a:lvl4pPr>
              <a:defRPr sz="2175" b="1">
                <a:solidFill>
                  <a:srgbClr val="BC741D"/>
                </a:solidFill>
                <a:latin typeface="Liberation Sans"/>
                <a:ea typeface="Liberation Sans"/>
                <a:cs typeface="Liberation Sans"/>
              </a:defRPr>
            </a:lvl4pPr>
            <a:lvl5pPr>
              <a:defRPr sz="2175" b="1">
                <a:solidFill>
                  <a:srgbClr val="BC741D"/>
                </a:solidFill>
                <a:latin typeface="Liberation Sans"/>
                <a:ea typeface="Liberation Sans"/>
                <a:cs typeface="Liberation Sans"/>
              </a:defRPr>
            </a:lvl5pPr>
            <a:lvl6pPr>
              <a:defRPr sz="2175" b="1">
                <a:solidFill>
                  <a:srgbClr val="BC741D"/>
                </a:solidFill>
                <a:latin typeface="Liberation Sans"/>
                <a:ea typeface="Liberation Sans"/>
                <a:cs typeface="Liberation Sans"/>
              </a:defRPr>
            </a:lvl6pPr>
            <a:lvl7pPr>
              <a:defRPr sz="2175" b="1">
                <a:solidFill>
                  <a:srgbClr val="BC741D"/>
                </a:solidFill>
                <a:latin typeface="Liberation Sans"/>
                <a:ea typeface="Liberation Sans"/>
                <a:cs typeface="Liberation Sans"/>
              </a:defRPr>
            </a:lvl7pPr>
            <a:lvl8pPr>
              <a:defRPr sz="2175" b="1">
                <a:solidFill>
                  <a:srgbClr val="BC741D"/>
                </a:solidFill>
                <a:latin typeface="Liberation Sans"/>
                <a:ea typeface="Liberation Sans"/>
                <a:cs typeface="Liberation Sans"/>
              </a:defRPr>
            </a:lvl8pPr>
            <a:lvl9pPr>
              <a:defRPr sz="2175" b="1">
                <a:solidFill>
                  <a:srgbClr val="BC741D"/>
                </a:solidFill>
                <a:latin typeface="Liberation Sans"/>
                <a:ea typeface="Liberation Sans"/>
                <a:cs typeface="Liberation Sans"/>
              </a:defRPr>
            </a:lvl9pPr>
          </a:lstStyle>
          <a:p xmlns:a="http://schemas.openxmlformats.org/drawingml/2006/main">
            <a:pPr>
              <a:defRPr sz="2175" b="1">
                <a:solidFill>
                  <a:srgbClr val="BC741D"/>
                </a:solidFill>
                <a:latin typeface="Liberation Sans"/>
                <a:ea typeface="Liberation Sans"/>
                <a:cs typeface="Liberation Sans"/>
              </a:defRPr>
            </a:pPr>
            <a:r>
              <a:rPr sz="2175" b="1">
                <a:solidFill>
                  <a:srgbClr val="BC741D"/>
                </a:solidFill>
                <a:latin typeface="Liberation Sans"/>
                <a:ea typeface="Liberation Sans"/>
                <a:cs typeface="Liberation Sans"/>
              </a:rPr>
              <a:t>02</a:t>
            </a:r>
          </a:p>
        </p:txBody>
      </p:sp>
      <p:sp>
        <p:nvSpPr>
          <p:cNvPr id="10" name="">
            <a:extLst xmlns:a="http://schemas.openxmlformats.org/drawingml/2006/main">
              <a:ext uri="{FF2B5EF4-FFF2-40B4-BE49-F238E27FC236}">
                <a16:creationId xmlns:a16="http://schemas.microsoft.com/office/drawing/2014/main" id="{3394B180-7196-4EB5-A582-EB1E94EE2CF3}"/>
              </a:ext>
            </a:extLst>
          </p:cNvPr>
          <p:cNvSpPr>
            <a:spLocks xmlns:a="http://schemas.openxmlformats.org/drawingml/2006/main" noGrp="1"/>
          </p:cNvSpPr>
          <p:nvPr/>
        </p:nvSpPr>
        <p:spPr>
          <a:xfrm xmlns:a="http://schemas.openxmlformats.org/drawingml/2006/main">
            <a:off x="1381125" y="2505075"/>
            <a:ext cx="962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025" b="1">
                <a:solidFill>
                  <a:srgbClr val="111A2E"/>
                </a:solidFill>
                <a:latin typeface="Liberation Sans"/>
                <a:ea typeface="Liberation Sans"/>
                <a:cs typeface="Liberation Sans"/>
              </a:defRPr>
            </a:defPPr>
            <a:lvl1pPr>
              <a:defRPr sz="2025" b="1">
                <a:solidFill>
                  <a:srgbClr val="111A2E"/>
                </a:solidFill>
                <a:latin typeface="Liberation Sans"/>
                <a:ea typeface="Liberation Sans"/>
                <a:cs typeface="Liberation Sans"/>
              </a:defRPr>
            </a:lvl1pPr>
            <a:lvl2pPr>
              <a:defRPr sz="2025" b="1">
                <a:solidFill>
                  <a:srgbClr val="111A2E"/>
                </a:solidFill>
                <a:latin typeface="Liberation Sans"/>
                <a:ea typeface="Liberation Sans"/>
                <a:cs typeface="Liberation Sans"/>
              </a:defRPr>
            </a:lvl2pPr>
            <a:lvl3pPr>
              <a:defRPr sz="2025" b="1">
                <a:solidFill>
                  <a:srgbClr val="111A2E"/>
                </a:solidFill>
                <a:latin typeface="Liberation Sans"/>
                <a:ea typeface="Liberation Sans"/>
                <a:cs typeface="Liberation Sans"/>
              </a:defRPr>
            </a:lvl3pPr>
            <a:lvl4pPr>
              <a:defRPr sz="2025" b="1">
                <a:solidFill>
                  <a:srgbClr val="111A2E"/>
                </a:solidFill>
                <a:latin typeface="Liberation Sans"/>
                <a:ea typeface="Liberation Sans"/>
                <a:cs typeface="Liberation Sans"/>
              </a:defRPr>
            </a:lvl4pPr>
            <a:lvl5pPr>
              <a:defRPr sz="2025" b="1">
                <a:solidFill>
                  <a:srgbClr val="111A2E"/>
                </a:solidFill>
                <a:latin typeface="Liberation Sans"/>
                <a:ea typeface="Liberation Sans"/>
                <a:cs typeface="Liberation Sans"/>
              </a:defRPr>
            </a:lvl5pPr>
            <a:lvl6pPr>
              <a:defRPr sz="2025" b="1">
                <a:solidFill>
                  <a:srgbClr val="111A2E"/>
                </a:solidFill>
                <a:latin typeface="Liberation Sans"/>
                <a:ea typeface="Liberation Sans"/>
                <a:cs typeface="Liberation Sans"/>
              </a:defRPr>
            </a:lvl6pPr>
            <a:lvl7pPr>
              <a:defRPr sz="2025" b="1">
                <a:solidFill>
                  <a:srgbClr val="111A2E"/>
                </a:solidFill>
                <a:latin typeface="Liberation Sans"/>
                <a:ea typeface="Liberation Sans"/>
                <a:cs typeface="Liberation Sans"/>
              </a:defRPr>
            </a:lvl7pPr>
            <a:lvl8pPr>
              <a:defRPr sz="2025" b="1">
                <a:solidFill>
                  <a:srgbClr val="111A2E"/>
                </a:solidFill>
                <a:latin typeface="Liberation Sans"/>
                <a:ea typeface="Liberation Sans"/>
                <a:cs typeface="Liberation Sans"/>
              </a:defRPr>
            </a:lvl8pPr>
            <a:lvl9pPr>
              <a:defRPr sz="2025" b="1">
                <a:solidFill>
                  <a:srgbClr val="111A2E"/>
                </a:solidFill>
                <a:latin typeface="Liberation Sans"/>
                <a:ea typeface="Liberation Sans"/>
                <a:cs typeface="Liberation Sans"/>
              </a:defRPr>
            </a:lvl9pPr>
          </a:lstStyle>
          <a:p xmlns:a="http://schemas.openxmlformats.org/drawingml/2006/main">
            <a:pPr>
              <a:defRPr sz="2025" b="1">
                <a:solidFill>
                  <a:srgbClr val="111A2E"/>
                </a:solidFill>
                <a:latin typeface="Liberation Sans"/>
                <a:ea typeface="Liberation Sans"/>
                <a:cs typeface="Liberation Sans"/>
              </a:defRPr>
            </a:pPr>
            <a:r>
              <a:rPr sz="2025" b="1">
                <a:solidFill>
                  <a:srgbClr val="111A2E"/>
                </a:solidFill>
                <a:latin typeface="Liberation Sans"/>
                <a:ea typeface="Liberation Sans"/>
                <a:cs typeface="Liberation Sans"/>
              </a:rPr>
              <a:t>Freeze two exact routes and request limits</a:t>
            </a:r>
          </a:p>
        </p:txBody>
      </p:sp>
      <p:sp>
        <p:nvSpPr>
          <p:cNvPr id="11" name="">
            <a:extLst xmlns:a="http://schemas.openxmlformats.org/drawingml/2006/main">
              <a:ext uri="{FF2B5EF4-FFF2-40B4-BE49-F238E27FC236}">
                <a16:creationId xmlns:a16="http://schemas.microsoft.com/office/drawing/2014/main" id="{94B03A69-35AD-406F-BC26-3DE0151E160A}"/>
              </a:ext>
            </a:extLst>
          </p:cNvPr>
          <p:cNvSpPr>
            <a:spLocks xmlns:a="http://schemas.openxmlformats.org/drawingml/2006/main" noGrp="1"/>
          </p:cNvSpPr>
          <p:nvPr/>
        </p:nvSpPr>
        <p:spPr>
          <a:xfrm xmlns:a="http://schemas.openxmlformats.org/drawingml/2006/main">
            <a:off x="714375" y="337185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175" b="1">
                <a:solidFill>
                  <a:srgbClr val="BC741D"/>
                </a:solidFill>
                <a:latin typeface="Liberation Sans"/>
                <a:ea typeface="Liberation Sans"/>
                <a:cs typeface="Liberation Sans"/>
              </a:defRPr>
            </a:defPPr>
            <a:lvl1pPr>
              <a:defRPr sz="2175" b="1">
                <a:solidFill>
                  <a:srgbClr val="BC741D"/>
                </a:solidFill>
                <a:latin typeface="Liberation Sans"/>
                <a:ea typeface="Liberation Sans"/>
                <a:cs typeface="Liberation Sans"/>
              </a:defRPr>
            </a:lvl1pPr>
            <a:lvl2pPr>
              <a:defRPr sz="2175" b="1">
                <a:solidFill>
                  <a:srgbClr val="BC741D"/>
                </a:solidFill>
                <a:latin typeface="Liberation Sans"/>
                <a:ea typeface="Liberation Sans"/>
                <a:cs typeface="Liberation Sans"/>
              </a:defRPr>
            </a:lvl2pPr>
            <a:lvl3pPr>
              <a:defRPr sz="2175" b="1">
                <a:solidFill>
                  <a:srgbClr val="BC741D"/>
                </a:solidFill>
                <a:latin typeface="Liberation Sans"/>
                <a:ea typeface="Liberation Sans"/>
                <a:cs typeface="Liberation Sans"/>
              </a:defRPr>
            </a:lvl3pPr>
            <a:lvl4pPr>
              <a:defRPr sz="2175" b="1">
                <a:solidFill>
                  <a:srgbClr val="BC741D"/>
                </a:solidFill>
                <a:latin typeface="Liberation Sans"/>
                <a:ea typeface="Liberation Sans"/>
                <a:cs typeface="Liberation Sans"/>
              </a:defRPr>
            </a:lvl4pPr>
            <a:lvl5pPr>
              <a:defRPr sz="2175" b="1">
                <a:solidFill>
                  <a:srgbClr val="BC741D"/>
                </a:solidFill>
                <a:latin typeface="Liberation Sans"/>
                <a:ea typeface="Liberation Sans"/>
                <a:cs typeface="Liberation Sans"/>
              </a:defRPr>
            </a:lvl5pPr>
            <a:lvl6pPr>
              <a:defRPr sz="2175" b="1">
                <a:solidFill>
                  <a:srgbClr val="BC741D"/>
                </a:solidFill>
                <a:latin typeface="Liberation Sans"/>
                <a:ea typeface="Liberation Sans"/>
                <a:cs typeface="Liberation Sans"/>
              </a:defRPr>
            </a:lvl6pPr>
            <a:lvl7pPr>
              <a:defRPr sz="2175" b="1">
                <a:solidFill>
                  <a:srgbClr val="BC741D"/>
                </a:solidFill>
                <a:latin typeface="Liberation Sans"/>
                <a:ea typeface="Liberation Sans"/>
                <a:cs typeface="Liberation Sans"/>
              </a:defRPr>
            </a:lvl7pPr>
            <a:lvl8pPr>
              <a:defRPr sz="2175" b="1">
                <a:solidFill>
                  <a:srgbClr val="BC741D"/>
                </a:solidFill>
                <a:latin typeface="Liberation Sans"/>
                <a:ea typeface="Liberation Sans"/>
                <a:cs typeface="Liberation Sans"/>
              </a:defRPr>
            </a:lvl8pPr>
            <a:lvl9pPr>
              <a:defRPr sz="2175" b="1">
                <a:solidFill>
                  <a:srgbClr val="BC741D"/>
                </a:solidFill>
                <a:latin typeface="Liberation Sans"/>
                <a:ea typeface="Liberation Sans"/>
                <a:cs typeface="Liberation Sans"/>
              </a:defRPr>
            </a:lvl9pPr>
          </a:lstStyle>
          <a:p xmlns:a="http://schemas.openxmlformats.org/drawingml/2006/main">
            <a:pPr>
              <a:defRPr sz="2175" b="1">
                <a:solidFill>
                  <a:srgbClr val="BC741D"/>
                </a:solidFill>
                <a:latin typeface="Liberation Sans"/>
                <a:ea typeface="Liberation Sans"/>
                <a:cs typeface="Liberation Sans"/>
              </a:defRPr>
            </a:pPr>
            <a:r>
              <a:rPr sz="2175" b="1">
                <a:solidFill>
                  <a:srgbClr val="BC741D"/>
                </a:solidFill>
                <a:latin typeface="Liberation Sans"/>
                <a:ea typeface="Liberation Sans"/>
                <a:cs typeface="Liberation Sans"/>
              </a:rPr>
              <a:t>03</a:t>
            </a:r>
          </a:p>
        </p:txBody>
      </p:sp>
      <p:sp>
        <p:nvSpPr>
          <p:cNvPr id="12" name="">
            <a:extLst xmlns:a="http://schemas.openxmlformats.org/drawingml/2006/main">
              <a:ext uri="{FF2B5EF4-FFF2-40B4-BE49-F238E27FC236}">
                <a16:creationId xmlns:a16="http://schemas.microsoft.com/office/drawing/2014/main" id="{DE0706BC-78DB-47F4-B447-0E16D876C3DF}"/>
              </a:ext>
            </a:extLst>
          </p:cNvPr>
          <p:cNvSpPr>
            <a:spLocks xmlns:a="http://schemas.openxmlformats.org/drawingml/2006/main" noGrp="1"/>
          </p:cNvSpPr>
          <p:nvPr/>
        </p:nvSpPr>
        <p:spPr>
          <a:xfrm xmlns:a="http://schemas.openxmlformats.org/drawingml/2006/main">
            <a:off x="1381125" y="3371850"/>
            <a:ext cx="962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025" b="1">
                <a:solidFill>
                  <a:srgbClr val="111A2E"/>
                </a:solidFill>
                <a:latin typeface="Liberation Sans"/>
                <a:ea typeface="Liberation Sans"/>
                <a:cs typeface="Liberation Sans"/>
              </a:defRPr>
            </a:defPPr>
            <a:lvl1pPr>
              <a:defRPr sz="2025" b="1">
                <a:solidFill>
                  <a:srgbClr val="111A2E"/>
                </a:solidFill>
                <a:latin typeface="Liberation Sans"/>
                <a:ea typeface="Liberation Sans"/>
                <a:cs typeface="Liberation Sans"/>
              </a:defRPr>
            </a:lvl1pPr>
            <a:lvl2pPr>
              <a:defRPr sz="2025" b="1">
                <a:solidFill>
                  <a:srgbClr val="111A2E"/>
                </a:solidFill>
                <a:latin typeface="Liberation Sans"/>
                <a:ea typeface="Liberation Sans"/>
                <a:cs typeface="Liberation Sans"/>
              </a:defRPr>
            </a:lvl2pPr>
            <a:lvl3pPr>
              <a:defRPr sz="2025" b="1">
                <a:solidFill>
                  <a:srgbClr val="111A2E"/>
                </a:solidFill>
                <a:latin typeface="Liberation Sans"/>
                <a:ea typeface="Liberation Sans"/>
                <a:cs typeface="Liberation Sans"/>
              </a:defRPr>
            </a:lvl3pPr>
            <a:lvl4pPr>
              <a:defRPr sz="2025" b="1">
                <a:solidFill>
                  <a:srgbClr val="111A2E"/>
                </a:solidFill>
                <a:latin typeface="Liberation Sans"/>
                <a:ea typeface="Liberation Sans"/>
                <a:cs typeface="Liberation Sans"/>
              </a:defRPr>
            </a:lvl4pPr>
            <a:lvl5pPr>
              <a:defRPr sz="2025" b="1">
                <a:solidFill>
                  <a:srgbClr val="111A2E"/>
                </a:solidFill>
                <a:latin typeface="Liberation Sans"/>
                <a:ea typeface="Liberation Sans"/>
                <a:cs typeface="Liberation Sans"/>
              </a:defRPr>
            </a:lvl5pPr>
            <a:lvl6pPr>
              <a:defRPr sz="2025" b="1">
                <a:solidFill>
                  <a:srgbClr val="111A2E"/>
                </a:solidFill>
                <a:latin typeface="Liberation Sans"/>
                <a:ea typeface="Liberation Sans"/>
                <a:cs typeface="Liberation Sans"/>
              </a:defRPr>
            </a:lvl6pPr>
            <a:lvl7pPr>
              <a:defRPr sz="2025" b="1">
                <a:solidFill>
                  <a:srgbClr val="111A2E"/>
                </a:solidFill>
                <a:latin typeface="Liberation Sans"/>
                <a:ea typeface="Liberation Sans"/>
                <a:cs typeface="Liberation Sans"/>
              </a:defRPr>
            </a:lvl7pPr>
            <a:lvl8pPr>
              <a:defRPr sz="2025" b="1">
                <a:solidFill>
                  <a:srgbClr val="111A2E"/>
                </a:solidFill>
                <a:latin typeface="Liberation Sans"/>
                <a:ea typeface="Liberation Sans"/>
                <a:cs typeface="Liberation Sans"/>
              </a:defRPr>
            </a:lvl8pPr>
            <a:lvl9pPr>
              <a:defRPr sz="2025" b="1">
                <a:solidFill>
                  <a:srgbClr val="111A2E"/>
                </a:solidFill>
                <a:latin typeface="Liberation Sans"/>
                <a:ea typeface="Liberation Sans"/>
                <a:cs typeface="Liberation Sans"/>
              </a:defRPr>
            </a:lvl9pPr>
          </a:lstStyle>
          <a:p xmlns:a="http://schemas.openxmlformats.org/drawingml/2006/main">
            <a:pPr>
              <a:defRPr sz="2025" b="1">
                <a:solidFill>
                  <a:srgbClr val="111A2E"/>
                </a:solidFill>
                <a:latin typeface="Liberation Sans"/>
                <a:ea typeface="Liberation Sans"/>
                <a:cs typeface="Liberation Sans"/>
              </a:defRPr>
            </a:pPr>
            <a:r>
              <a:rPr sz="2025" b="1">
                <a:solidFill>
                  <a:srgbClr val="111A2E"/>
                </a:solidFill>
                <a:latin typeface="Liberation Sans"/>
                <a:ea typeface="Liberation Sans"/>
                <a:cs typeface="Liberation Sans"/>
              </a:rPr>
              <a:t>Inspect progress and paired answers</a:t>
            </a:r>
          </a:p>
        </p:txBody>
      </p:sp>
      <p:sp>
        <p:nvSpPr>
          <p:cNvPr id="13" name="">
            <a:extLst xmlns:a="http://schemas.openxmlformats.org/drawingml/2006/main">
              <a:ext uri="{FF2B5EF4-FFF2-40B4-BE49-F238E27FC236}">
                <a16:creationId xmlns:a16="http://schemas.microsoft.com/office/drawing/2014/main" id="{1C5F5A89-DEA5-4080-992A-E4570A3C08C2}"/>
              </a:ext>
            </a:extLst>
          </p:cNvPr>
          <p:cNvSpPr>
            <a:spLocks xmlns:a="http://schemas.openxmlformats.org/drawingml/2006/main" noGrp="1"/>
          </p:cNvSpPr>
          <p:nvPr/>
        </p:nvSpPr>
        <p:spPr>
          <a:xfrm xmlns:a="http://schemas.openxmlformats.org/drawingml/2006/main">
            <a:off x="714375" y="423862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175" b="1">
                <a:solidFill>
                  <a:srgbClr val="BC741D"/>
                </a:solidFill>
                <a:latin typeface="Liberation Sans"/>
                <a:ea typeface="Liberation Sans"/>
                <a:cs typeface="Liberation Sans"/>
              </a:defRPr>
            </a:defPPr>
            <a:lvl1pPr>
              <a:defRPr sz="2175" b="1">
                <a:solidFill>
                  <a:srgbClr val="BC741D"/>
                </a:solidFill>
                <a:latin typeface="Liberation Sans"/>
                <a:ea typeface="Liberation Sans"/>
                <a:cs typeface="Liberation Sans"/>
              </a:defRPr>
            </a:lvl1pPr>
            <a:lvl2pPr>
              <a:defRPr sz="2175" b="1">
                <a:solidFill>
                  <a:srgbClr val="BC741D"/>
                </a:solidFill>
                <a:latin typeface="Liberation Sans"/>
                <a:ea typeface="Liberation Sans"/>
                <a:cs typeface="Liberation Sans"/>
              </a:defRPr>
            </a:lvl2pPr>
            <a:lvl3pPr>
              <a:defRPr sz="2175" b="1">
                <a:solidFill>
                  <a:srgbClr val="BC741D"/>
                </a:solidFill>
                <a:latin typeface="Liberation Sans"/>
                <a:ea typeface="Liberation Sans"/>
                <a:cs typeface="Liberation Sans"/>
              </a:defRPr>
            </a:lvl3pPr>
            <a:lvl4pPr>
              <a:defRPr sz="2175" b="1">
                <a:solidFill>
                  <a:srgbClr val="BC741D"/>
                </a:solidFill>
                <a:latin typeface="Liberation Sans"/>
                <a:ea typeface="Liberation Sans"/>
                <a:cs typeface="Liberation Sans"/>
              </a:defRPr>
            </a:lvl4pPr>
            <a:lvl5pPr>
              <a:defRPr sz="2175" b="1">
                <a:solidFill>
                  <a:srgbClr val="BC741D"/>
                </a:solidFill>
                <a:latin typeface="Liberation Sans"/>
                <a:ea typeface="Liberation Sans"/>
                <a:cs typeface="Liberation Sans"/>
              </a:defRPr>
            </a:lvl5pPr>
            <a:lvl6pPr>
              <a:defRPr sz="2175" b="1">
                <a:solidFill>
                  <a:srgbClr val="BC741D"/>
                </a:solidFill>
                <a:latin typeface="Liberation Sans"/>
                <a:ea typeface="Liberation Sans"/>
                <a:cs typeface="Liberation Sans"/>
              </a:defRPr>
            </a:lvl6pPr>
            <a:lvl7pPr>
              <a:defRPr sz="2175" b="1">
                <a:solidFill>
                  <a:srgbClr val="BC741D"/>
                </a:solidFill>
                <a:latin typeface="Liberation Sans"/>
                <a:ea typeface="Liberation Sans"/>
                <a:cs typeface="Liberation Sans"/>
              </a:defRPr>
            </a:lvl7pPr>
            <a:lvl8pPr>
              <a:defRPr sz="2175" b="1">
                <a:solidFill>
                  <a:srgbClr val="BC741D"/>
                </a:solidFill>
                <a:latin typeface="Liberation Sans"/>
                <a:ea typeface="Liberation Sans"/>
                <a:cs typeface="Liberation Sans"/>
              </a:defRPr>
            </a:lvl8pPr>
            <a:lvl9pPr>
              <a:defRPr sz="2175" b="1">
                <a:solidFill>
                  <a:srgbClr val="BC741D"/>
                </a:solidFill>
                <a:latin typeface="Liberation Sans"/>
                <a:ea typeface="Liberation Sans"/>
                <a:cs typeface="Liberation Sans"/>
              </a:defRPr>
            </a:lvl9pPr>
          </a:lstStyle>
          <a:p xmlns:a="http://schemas.openxmlformats.org/drawingml/2006/main">
            <a:pPr>
              <a:defRPr sz="2175" b="1">
                <a:solidFill>
                  <a:srgbClr val="BC741D"/>
                </a:solidFill>
                <a:latin typeface="Liberation Sans"/>
                <a:ea typeface="Liberation Sans"/>
                <a:cs typeface="Liberation Sans"/>
              </a:defRPr>
            </a:pPr>
            <a:r>
              <a:rPr sz="2175" b="1">
                <a:solidFill>
                  <a:srgbClr val="BC741D"/>
                </a:solidFill>
                <a:latin typeface="Liberation Sans"/>
                <a:ea typeface="Liberation Sans"/>
                <a:cs typeface="Liberation Sans"/>
              </a:rPr>
              <a:t>04</a:t>
            </a:r>
          </a:p>
        </p:txBody>
      </p:sp>
      <p:sp>
        <p:nvSpPr>
          <p:cNvPr id="14" name="">
            <a:extLst xmlns:a="http://schemas.openxmlformats.org/drawingml/2006/main">
              <a:ext uri="{FF2B5EF4-FFF2-40B4-BE49-F238E27FC236}">
                <a16:creationId xmlns:a16="http://schemas.microsoft.com/office/drawing/2014/main" id="{F8511E85-504C-4F7B-A956-4241A65514EE}"/>
              </a:ext>
            </a:extLst>
          </p:cNvPr>
          <p:cNvSpPr>
            <a:spLocks xmlns:a="http://schemas.openxmlformats.org/drawingml/2006/main" noGrp="1"/>
          </p:cNvSpPr>
          <p:nvPr/>
        </p:nvSpPr>
        <p:spPr>
          <a:xfrm xmlns:a="http://schemas.openxmlformats.org/drawingml/2006/main">
            <a:off x="1381125" y="4238625"/>
            <a:ext cx="962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025" b="1">
                <a:solidFill>
                  <a:srgbClr val="111A2E"/>
                </a:solidFill>
                <a:latin typeface="Liberation Sans"/>
                <a:ea typeface="Liberation Sans"/>
                <a:cs typeface="Liberation Sans"/>
              </a:defRPr>
            </a:defPPr>
            <a:lvl1pPr>
              <a:defRPr sz="2025" b="1">
                <a:solidFill>
                  <a:srgbClr val="111A2E"/>
                </a:solidFill>
                <a:latin typeface="Liberation Sans"/>
                <a:ea typeface="Liberation Sans"/>
                <a:cs typeface="Liberation Sans"/>
              </a:defRPr>
            </a:lvl1pPr>
            <a:lvl2pPr>
              <a:defRPr sz="2025" b="1">
                <a:solidFill>
                  <a:srgbClr val="111A2E"/>
                </a:solidFill>
                <a:latin typeface="Liberation Sans"/>
                <a:ea typeface="Liberation Sans"/>
                <a:cs typeface="Liberation Sans"/>
              </a:defRPr>
            </a:lvl2pPr>
            <a:lvl3pPr>
              <a:defRPr sz="2025" b="1">
                <a:solidFill>
                  <a:srgbClr val="111A2E"/>
                </a:solidFill>
                <a:latin typeface="Liberation Sans"/>
                <a:ea typeface="Liberation Sans"/>
                <a:cs typeface="Liberation Sans"/>
              </a:defRPr>
            </a:lvl3pPr>
            <a:lvl4pPr>
              <a:defRPr sz="2025" b="1">
                <a:solidFill>
                  <a:srgbClr val="111A2E"/>
                </a:solidFill>
                <a:latin typeface="Liberation Sans"/>
                <a:ea typeface="Liberation Sans"/>
                <a:cs typeface="Liberation Sans"/>
              </a:defRPr>
            </a:lvl4pPr>
            <a:lvl5pPr>
              <a:defRPr sz="2025" b="1">
                <a:solidFill>
                  <a:srgbClr val="111A2E"/>
                </a:solidFill>
                <a:latin typeface="Liberation Sans"/>
                <a:ea typeface="Liberation Sans"/>
                <a:cs typeface="Liberation Sans"/>
              </a:defRPr>
            </a:lvl5pPr>
            <a:lvl6pPr>
              <a:defRPr sz="2025" b="1">
                <a:solidFill>
                  <a:srgbClr val="111A2E"/>
                </a:solidFill>
                <a:latin typeface="Liberation Sans"/>
                <a:ea typeface="Liberation Sans"/>
                <a:cs typeface="Liberation Sans"/>
              </a:defRPr>
            </a:lvl6pPr>
            <a:lvl7pPr>
              <a:defRPr sz="2025" b="1">
                <a:solidFill>
                  <a:srgbClr val="111A2E"/>
                </a:solidFill>
                <a:latin typeface="Liberation Sans"/>
                <a:ea typeface="Liberation Sans"/>
                <a:cs typeface="Liberation Sans"/>
              </a:defRPr>
            </a:lvl7pPr>
            <a:lvl8pPr>
              <a:defRPr sz="2025" b="1">
                <a:solidFill>
                  <a:srgbClr val="111A2E"/>
                </a:solidFill>
                <a:latin typeface="Liberation Sans"/>
                <a:ea typeface="Liberation Sans"/>
                <a:cs typeface="Liberation Sans"/>
              </a:defRPr>
            </a:lvl8pPr>
            <a:lvl9pPr>
              <a:defRPr sz="2025" b="1">
                <a:solidFill>
                  <a:srgbClr val="111A2E"/>
                </a:solidFill>
                <a:latin typeface="Liberation Sans"/>
                <a:ea typeface="Liberation Sans"/>
                <a:cs typeface="Liberation Sans"/>
              </a:defRPr>
            </a:lvl9pPr>
          </a:lstStyle>
          <a:p xmlns:a="http://schemas.openxmlformats.org/drawingml/2006/main">
            <a:pPr>
              <a:defRPr sz="2025" b="1">
                <a:solidFill>
                  <a:srgbClr val="111A2E"/>
                </a:solidFill>
                <a:latin typeface="Liberation Sans"/>
                <a:ea typeface="Liberation Sans"/>
                <a:cs typeface="Liberation Sans"/>
              </a:defRPr>
            </a:pPr>
            <a:r>
              <a:rPr sz="2025" b="1">
                <a:solidFill>
                  <a:srgbClr val="111A2E"/>
                </a:solidFill>
                <a:latin typeface="Liberation Sans"/>
                <a:ea typeface="Liberation Sans"/>
                <a:cs typeface="Liberation Sans"/>
              </a:rPr>
              <a:t>Export results and review evidence</a:t>
            </a:r>
          </a:p>
        </p:txBody>
      </p:sp>
      <p:sp>
        <p:nvSpPr>
          <p:cNvPr id="15" name="">
            <a:extLst xmlns:a="http://schemas.openxmlformats.org/drawingml/2006/main">
              <a:ext uri="{FF2B5EF4-FFF2-40B4-BE49-F238E27FC236}">
                <a16:creationId xmlns:a16="http://schemas.microsoft.com/office/drawing/2014/main" id="{D13188C0-F71B-46CE-B646-9C605F7857C2}"/>
              </a:ext>
            </a:extLst>
          </p:cNvPr>
          <p:cNvSpPr>
            <a:spLocks xmlns:a="http://schemas.openxmlformats.org/drawingml/2006/main" noGrp="1"/>
          </p:cNvSpPr>
          <p:nvPr/>
        </p:nvSpPr>
        <p:spPr>
          <a:xfrm xmlns:a="http://schemas.openxmlformats.org/drawingml/2006/main">
            <a:off x="714375" y="538162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526177"/>
                </a:solidFill>
                <a:latin typeface="Liberation Sans"/>
                <a:ea typeface="Liberation Sans"/>
                <a:cs typeface="Liberation Sans"/>
              </a:defRPr>
            </a:defPPr>
            <a:lvl1pPr>
              <a:defRPr sz="1650" b="0">
                <a:solidFill>
                  <a:srgbClr val="526177"/>
                </a:solidFill>
                <a:latin typeface="Liberation Sans"/>
                <a:ea typeface="Liberation Sans"/>
                <a:cs typeface="Liberation Sans"/>
              </a:defRPr>
            </a:lvl1pPr>
            <a:lvl2pPr>
              <a:defRPr sz="1650" b="0">
                <a:solidFill>
                  <a:srgbClr val="526177"/>
                </a:solidFill>
                <a:latin typeface="Liberation Sans"/>
                <a:ea typeface="Liberation Sans"/>
                <a:cs typeface="Liberation Sans"/>
              </a:defRPr>
            </a:lvl2pPr>
            <a:lvl3pPr>
              <a:defRPr sz="1650" b="0">
                <a:solidFill>
                  <a:srgbClr val="526177"/>
                </a:solidFill>
                <a:latin typeface="Liberation Sans"/>
                <a:ea typeface="Liberation Sans"/>
                <a:cs typeface="Liberation Sans"/>
              </a:defRPr>
            </a:lvl3pPr>
            <a:lvl4pPr>
              <a:defRPr sz="1650" b="0">
                <a:solidFill>
                  <a:srgbClr val="526177"/>
                </a:solidFill>
                <a:latin typeface="Liberation Sans"/>
                <a:ea typeface="Liberation Sans"/>
                <a:cs typeface="Liberation Sans"/>
              </a:defRPr>
            </a:lvl4pPr>
            <a:lvl5pPr>
              <a:defRPr sz="1650" b="0">
                <a:solidFill>
                  <a:srgbClr val="526177"/>
                </a:solidFill>
                <a:latin typeface="Liberation Sans"/>
                <a:ea typeface="Liberation Sans"/>
                <a:cs typeface="Liberation Sans"/>
              </a:defRPr>
            </a:lvl5pPr>
            <a:lvl6pPr>
              <a:defRPr sz="1650" b="0">
                <a:solidFill>
                  <a:srgbClr val="526177"/>
                </a:solidFill>
                <a:latin typeface="Liberation Sans"/>
                <a:ea typeface="Liberation Sans"/>
                <a:cs typeface="Liberation Sans"/>
              </a:defRPr>
            </a:lvl6pPr>
            <a:lvl7pPr>
              <a:defRPr sz="1650" b="0">
                <a:solidFill>
                  <a:srgbClr val="526177"/>
                </a:solidFill>
                <a:latin typeface="Liberation Sans"/>
                <a:ea typeface="Liberation Sans"/>
                <a:cs typeface="Liberation Sans"/>
              </a:defRPr>
            </a:lvl7pPr>
            <a:lvl8pPr>
              <a:defRPr sz="1650" b="0">
                <a:solidFill>
                  <a:srgbClr val="526177"/>
                </a:solidFill>
                <a:latin typeface="Liberation Sans"/>
                <a:ea typeface="Liberation Sans"/>
                <a:cs typeface="Liberation Sans"/>
              </a:defRPr>
            </a:lvl8pPr>
            <a:lvl9pPr>
              <a:defRPr sz="1650" b="0">
                <a:solidFill>
                  <a:srgbClr val="526177"/>
                </a:solidFill>
                <a:latin typeface="Liberation Sans"/>
                <a:ea typeface="Liberation Sans"/>
                <a:cs typeface="Liberation Sans"/>
              </a:defRPr>
            </a:lvl9pPr>
          </a:lstStyle>
          <a:p xmlns:a="http://schemas.openxmlformats.org/drawingml/2006/main">
            <a:pPr>
              <a:defRPr sz="1650" b="0">
                <a:solidFill>
                  <a:srgbClr val="526177"/>
                </a:solidFill>
                <a:latin typeface="Liberation Sans"/>
                <a:ea typeface="Liberation Sans"/>
                <a:cs typeface="Liberation Sans"/>
              </a:defRPr>
            </a:pPr>
            <a:r>
              <a:rPr sz="1650" b="0">
                <a:solidFill>
                  <a:srgbClr val="526177"/>
                </a:solidFill>
                <a:latin typeface="Liberation Sans"/>
                <a:ea typeface="Liberation Sans"/>
                <a:cs typeface="Liberation Sans"/>
              </a:rPr>
              <a:t>Next study: larger held-out set, precommitted design, balanced runs, independent review.</a:t>
            </a:r>
          </a:p>
        </p:txBody>
      </p:sp>
    </p:spTree>
    <p:extLst>
      <p:ext uri="{BB962C8B-B14F-4D97-AF65-F5344CB8AC3E}">
        <p14:creationId xmlns:p14="http://schemas.microsoft.com/office/powerpoint/2010/main" val="9958283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07591F2-CD47-494F-AD88-82694AC1C40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1EE0FEFC-D67E-4ED5-852E-E58FD8671804}"/>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LLM COMPARISON LAB</a:t>
            </a:r>
          </a:p>
        </p:txBody>
      </p:sp>
      <p:sp>
        <p:nvSpPr>
          <p:cNvPr id="3" name="">
            <a:extLst xmlns:a="http://schemas.openxmlformats.org/drawingml/2006/main">
              <a:ext uri="{FF2B5EF4-FFF2-40B4-BE49-F238E27FC236}">
                <a16:creationId xmlns:a16="http://schemas.microsoft.com/office/drawing/2014/main" id="{9ABD055E-E276-4577-A750-8280289394BA}"/>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References: five core sources</a:t>
            </a:r>
          </a:p>
        </p:txBody>
      </p:sp>
      <p:sp>
        <p:nvSpPr>
          <p:cNvPr id="4" name="">
            <a:extLst xmlns:a="http://schemas.openxmlformats.org/drawingml/2006/main">
              <a:ext uri="{FF2B5EF4-FFF2-40B4-BE49-F238E27FC236}">
                <a16:creationId xmlns:a16="http://schemas.microsoft.com/office/drawing/2014/main" id="{DC47B1D6-B86C-4FBD-8C74-EB58CADC411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68746557-6DE3-422E-A466-E111E969B325}"/>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0BBC9463-5B4A-4C5C-9D40-AB727420211E}"/>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16</a:t>
            </a:r>
          </a:p>
        </p:txBody>
      </p:sp>
      <p:sp>
        <p:nvSpPr>
          <p:cNvPr id="7" name="">
            <a:extLst xmlns:a="http://schemas.openxmlformats.org/drawingml/2006/main">
              <a:ext uri="{FF2B5EF4-FFF2-40B4-BE49-F238E27FC236}">
                <a16:creationId xmlns:a16="http://schemas.microsoft.com/office/drawing/2014/main" id="{3F57DC01-52C9-49D8-864F-EA9B7B804650}"/>
              </a:ext>
            </a:extLst>
          </p:cNvPr>
          <p:cNvSpPr>
            <a:spLocks xmlns:a="http://schemas.openxmlformats.org/drawingml/2006/main" noGrp="1"/>
          </p:cNvSpPr>
          <p:nvPr/>
        </p:nvSpPr>
        <p:spPr>
          <a:xfrm xmlns:a="http://schemas.openxmlformats.org/drawingml/2006/main">
            <a:off x="666750" y="1552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500" b="0">
                <a:solidFill>
                  <a:srgbClr val="264F82"/>
                </a:solidFill>
                <a:latin typeface="Liberation Sans"/>
                <a:ea typeface="Liberation Sans"/>
                <a:cs typeface="Liberation Sans"/>
              </a:defRPr>
            </a:defPPr>
            <a:lvl1pPr>
              <a:defRPr sz="1500" b="0">
                <a:solidFill>
                  <a:srgbClr val="264F82"/>
                </a:solidFill>
                <a:latin typeface="Liberation Sans"/>
                <a:ea typeface="Liberation Sans"/>
                <a:cs typeface="Liberation Sans"/>
              </a:defRPr>
            </a:lvl1pPr>
            <a:lvl2pPr>
              <a:defRPr sz="1500" b="0">
                <a:solidFill>
                  <a:srgbClr val="264F82"/>
                </a:solidFill>
                <a:latin typeface="Liberation Sans"/>
                <a:ea typeface="Liberation Sans"/>
                <a:cs typeface="Liberation Sans"/>
              </a:defRPr>
            </a:lvl2pPr>
            <a:lvl3pPr>
              <a:defRPr sz="1500" b="0">
                <a:solidFill>
                  <a:srgbClr val="264F82"/>
                </a:solidFill>
                <a:latin typeface="Liberation Sans"/>
                <a:ea typeface="Liberation Sans"/>
                <a:cs typeface="Liberation Sans"/>
              </a:defRPr>
            </a:lvl3pPr>
            <a:lvl4pPr>
              <a:defRPr sz="1500" b="0">
                <a:solidFill>
                  <a:srgbClr val="264F82"/>
                </a:solidFill>
                <a:latin typeface="Liberation Sans"/>
                <a:ea typeface="Liberation Sans"/>
                <a:cs typeface="Liberation Sans"/>
              </a:defRPr>
            </a:lvl4pPr>
            <a:lvl5pPr>
              <a:defRPr sz="1500" b="0">
                <a:solidFill>
                  <a:srgbClr val="264F82"/>
                </a:solidFill>
                <a:latin typeface="Liberation Sans"/>
                <a:ea typeface="Liberation Sans"/>
                <a:cs typeface="Liberation Sans"/>
              </a:defRPr>
            </a:lvl5pPr>
            <a:lvl6pPr>
              <a:defRPr sz="1500" b="0">
                <a:solidFill>
                  <a:srgbClr val="264F82"/>
                </a:solidFill>
                <a:latin typeface="Liberation Sans"/>
                <a:ea typeface="Liberation Sans"/>
                <a:cs typeface="Liberation Sans"/>
              </a:defRPr>
            </a:lvl6pPr>
            <a:lvl7pPr>
              <a:defRPr sz="1500" b="0">
                <a:solidFill>
                  <a:srgbClr val="264F82"/>
                </a:solidFill>
                <a:latin typeface="Liberation Sans"/>
                <a:ea typeface="Liberation Sans"/>
                <a:cs typeface="Liberation Sans"/>
              </a:defRPr>
            </a:lvl7pPr>
            <a:lvl8pPr>
              <a:defRPr sz="1500" b="0">
                <a:solidFill>
                  <a:srgbClr val="264F82"/>
                </a:solidFill>
                <a:latin typeface="Liberation Sans"/>
                <a:ea typeface="Liberation Sans"/>
                <a:cs typeface="Liberation Sans"/>
              </a:defRPr>
            </a:lvl8pPr>
            <a:lvl9pPr>
              <a:defRPr sz="1500" b="0">
                <a:solidFill>
                  <a:srgbClr val="264F82"/>
                </a:solidFill>
                <a:latin typeface="Liberation Sans"/>
                <a:ea typeface="Liberation Sans"/>
                <a:cs typeface="Liberation Sans"/>
              </a:defRPr>
            </a:lvl9pPr>
          </a:lstStyle>
          <a:p xmlns:a="http://schemas.openxmlformats.org/drawingml/2006/main">
            <a:pPr>
              <a:defRPr sz="1500" b="0">
                <a:solidFill>
                  <a:srgbClr val="264F82"/>
                </a:solidFill>
                <a:latin typeface="Liberation Sans"/>
                <a:ea typeface="Liberation Sans"/>
                <a:cs typeface="Liberation Sans"/>
              </a:defRPr>
            </a:pPr>
            <a:r>
              <a:rPr sz="1500" u="sng">
                <a:solidFill>
                  <a:srgbClr val="264F82"/>
                </a:solidFill>
                <a:latin typeface="Liberation Sans"/>
                <a:ea typeface="Liberation Sans"/>
                <a:cs typeface="Liberation Sans"/>
                <a:hlinkClick xmlns:r="http://schemas.openxmlformats.org/officeDocument/2006/relationships" r:id="Rb1239a27e07f4b79"/>
              </a:rPr>
              <a:t>PRIMARY  Chang et al. (2024). A Survey on Evaluation of Large Language Models. ACM TIST 15(3), Article 39.</a:t>
            </a:r>
          </a:p>
        </p:txBody>
      </p:sp>
      <p:sp>
        <p:nvSpPr>
          <p:cNvPr id="8" name="">
            <a:extLst xmlns:a="http://schemas.openxmlformats.org/drawingml/2006/main">
              <a:ext uri="{FF2B5EF4-FFF2-40B4-BE49-F238E27FC236}">
                <a16:creationId xmlns:a16="http://schemas.microsoft.com/office/drawing/2014/main" id="{F0629519-9090-402A-A44E-F10987F374DF}"/>
              </a:ext>
            </a:extLst>
          </p:cNvPr>
          <p:cNvSpPr>
            <a:spLocks xmlns:a="http://schemas.openxmlformats.org/drawingml/2006/main" noGrp="1"/>
          </p:cNvSpPr>
          <p:nvPr/>
        </p:nvSpPr>
        <p:spPr>
          <a:xfrm xmlns:a="http://schemas.openxmlformats.org/drawingml/2006/main">
            <a:off x="666750" y="19240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0">
                <a:solidFill>
                  <a:srgbClr val="526177"/>
                </a:solidFill>
                <a:latin typeface="Liberation Sans"/>
                <a:ea typeface="Liberation Sans"/>
                <a:cs typeface="Liberation Sans"/>
              </a:defRPr>
            </a:defPPr>
            <a:lvl1pPr>
              <a:defRPr sz="1125" b="0">
                <a:solidFill>
                  <a:srgbClr val="526177"/>
                </a:solidFill>
                <a:latin typeface="Liberation Sans"/>
                <a:ea typeface="Liberation Sans"/>
                <a:cs typeface="Liberation Sans"/>
              </a:defRPr>
            </a:lvl1pPr>
            <a:lvl2pPr>
              <a:defRPr sz="1125" b="0">
                <a:solidFill>
                  <a:srgbClr val="526177"/>
                </a:solidFill>
                <a:latin typeface="Liberation Sans"/>
                <a:ea typeface="Liberation Sans"/>
                <a:cs typeface="Liberation Sans"/>
              </a:defRPr>
            </a:lvl2pPr>
            <a:lvl3pPr>
              <a:defRPr sz="1125" b="0">
                <a:solidFill>
                  <a:srgbClr val="526177"/>
                </a:solidFill>
                <a:latin typeface="Liberation Sans"/>
                <a:ea typeface="Liberation Sans"/>
                <a:cs typeface="Liberation Sans"/>
              </a:defRPr>
            </a:lvl3pPr>
            <a:lvl4pPr>
              <a:defRPr sz="1125" b="0">
                <a:solidFill>
                  <a:srgbClr val="526177"/>
                </a:solidFill>
                <a:latin typeface="Liberation Sans"/>
                <a:ea typeface="Liberation Sans"/>
                <a:cs typeface="Liberation Sans"/>
              </a:defRPr>
            </a:lvl4pPr>
            <a:lvl5pPr>
              <a:defRPr sz="1125" b="0">
                <a:solidFill>
                  <a:srgbClr val="526177"/>
                </a:solidFill>
                <a:latin typeface="Liberation Sans"/>
                <a:ea typeface="Liberation Sans"/>
                <a:cs typeface="Liberation Sans"/>
              </a:defRPr>
            </a:lvl5pPr>
            <a:lvl6pPr>
              <a:defRPr sz="1125" b="0">
                <a:solidFill>
                  <a:srgbClr val="526177"/>
                </a:solidFill>
                <a:latin typeface="Liberation Sans"/>
                <a:ea typeface="Liberation Sans"/>
                <a:cs typeface="Liberation Sans"/>
              </a:defRPr>
            </a:lvl6pPr>
            <a:lvl7pPr>
              <a:defRPr sz="1125" b="0">
                <a:solidFill>
                  <a:srgbClr val="526177"/>
                </a:solidFill>
                <a:latin typeface="Liberation Sans"/>
                <a:ea typeface="Liberation Sans"/>
                <a:cs typeface="Liberation Sans"/>
              </a:defRPr>
            </a:lvl7pPr>
            <a:lvl8pPr>
              <a:defRPr sz="1125" b="0">
                <a:solidFill>
                  <a:srgbClr val="526177"/>
                </a:solidFill>
                <a:latin typeface="Liberation Sans"/>
                <a:ea typeface="Liberation Sans"/>
                <a:cs typeface="Liberation Sans"/>
              </a:defRPr>
            </a:lvl8pPr>
            <a:lvl9pPr>
              <a:defRPr sz="1125" b="0">
                <a:solidFill>
                  <a:srgbClr val="526177"/>
                </a:solidFill>
                <a:latin typeface="Liberation Sans"/>
                <a:ea typeface="Liberation Sans"/>
                <a:cs typeface="Liberation Sans"/>
              </a:defRPr>
            </a:lvl9pPr>
          </a:lstStyle>
          <a:p xmlns:a="http://schemas.openxmlformats.org/drawingml/2006/main">
            <a:pPr>
              <a:defRPr sz="1125" b="0">
                <a:solidFill>
                  <a:srgbClr val="526177"/>
                </a:solidFill>
                <a:latin typeface="Liberation Sans"/>
                <a:ea typeface="Liberation Sans"/>
                <a:cs typeface="Liberation Sans"/>
              </a:defRPr>
            </a:pPr>
            <a:r>
              <a:rPr sz="1125" b="0">
                <a:solidFill>
                  <a:srgbClr val="526177"/>
                </a:solidFill>
                <a:latin typeface="Liberation Sans"/>
                <a:ea typeface="Liberation Sans"/>
                <a:cs typeface="Liberation Sans"/>
              </a:rPr>
              <a:t>https://doi.org/10.1145/3641289</a:t>
            </a:r>
          </a:p>
        </p:txBody>
      </p:sp>
      <p:sp>
        <p:nvSpPr>
          <p:cNvPr id="9" name="">
            <a:extLst xmlns:a="http://schemas.openxmlformats.org/drawingml/2006/main">
              <a:ext uri="{FF2B5EF4-FFF2-40B4-BE49-F238E27FC236}">
                <a16:creationId xmlns:a16="http://schemas.microsoft.com/office/drawing/2014/main" id="{3479E69C-0EF4-43B8-A04A-DCD92F01DA23}"/>
              </a:ext>
            </a:extLst>
          </p:cNvPr>
          <p:cNvSpPr>
            <a:spLocks xmlns:a="http://schemas.openxmlformats.org/drawingml/2006/main" noGrp="1"/>
          </p:cNvSpPr>
          <p:nvPr/>
        </p:nvSpPr>
        <p:spPr>
          <a:xfrm xmlns:a="http://schemas.openxmlformats.org/drawingml/2006/main">
            <a:off x="666750" y="24384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264F82"/>
                </a:solidFill>
                <a:latin typeface="Liberation Sans"/>
                <a:ea typeface="Liberation Sans"/>
                <a:cs typeface="Liberation Sans"/>
              </a:defRPr>
            </a:defPPr>
            <a:lvl1pPr>
              <a:defRPr sz="1350" b="0">
                <a:solidFill>
                  <a:srgbClr val="264F82"/>
                </a:solidFill>
                <a:latin typeface="Liberation Sans"/>
                <a:ea typeface="Liberation Sans"/>
                <a:cs typeface="Liberation Sans"/>
              </a:defRPr>
            </a:lvl1pPr>
            <a:lvl2pPr>
              <a:defRPr sz="1350" b="0">
                <a:solidFill>
                  <a:srgbClr val="264F82"/>
                </a:solidFill>
                <a:latin typeface="Liberation Sans"/>
                <a:ea typeface="Liberation Sans"/>
                <a:cs typeface="Liberation Sans"/>
              </a:defRPr>
            </a:lvl2pPr>
            <a:lvl3pPr>
              <a:defRPr sz="1350" b="0">
                <a:solidFill>
                  <a:srgbClr val="264F82"/>
                </a:solidFill>
                <a:latin typeface="Liberation Sans"/>
                <a:ea typeface="Liberation Sans"/>
                <a:cs typeface="Liberation Sans"/>
              </a:defRPr>
            </a:lvl3pPr>
            <a:lvl4pPr>
              <a:defRPr sz="1350" b="0">
                <a:solidFill>
                  <a:srgbClr val="264F82"/>
                </a:solidFill>
                <a:latin typeface="Liberation Sans"/>
                <a:ea typeface="Liberation Sans"/>
                <a:cs typeface="Liberation Sans"/>
              </a:defRPr>
            </a:lvl4pPr>
            <a:lvl5pPr>
              <a:defRPr sz="1350" b="0">
                <a:solidFill>
                  <a:srgbClr val="264F82"/>
                </a:solidFill>
                <a:latin typeface="Liberation Sans"/>
                <a:ea typeface="Liberation Sans"/>
                <a:cs typeface="Liberation Sans"/>
              </a:defRPr>
            </a:lvl5pPr>
            <a:lvl6pPr>
              <a:defRPr sz="1350" b="0">
                <a:solidFill>
                  <a:srgbClr val="264F82"/>
                </a:solidFill>
                <a:latin typeface="Liberation Sans"/>
                <a:ea typeface="Liberation Sans"/>
                <a:cs typeface="Liberation Sans"/>
              </a:defRPr>
            </a:lvl6pPr>
            <a:lvl7pPr>
              <a:defRPr sz="1350" b="0">
                <a:solidFill>
                  <a:srgbClr val="264F82"/>
                </a:solidFill>
                <a:latin typeface="Liberation Sans"/>
                <a:ea typeface="Liberation Sans"/>
                <a:cs typeface="Liberation Sans"/>
              </a:defRPr>
            </a:lvl7pPr>
            <a:lvl8pPr>
              <a:defRPr sz="1350" b="0">
                <a:solidFill>
                  <a:srgbClr val="264F82"/>
                </a:solidFill>
                <a:latin typeface="Liberation Sans"/>
                <a:ea typeface="Liberation Sans"/>
                <a:cs typeface="Liberation Sans"/>
              </a:defRPr>
            </a:lvl8pPr>
            <a:lvl9pPr>
              <a:defRPr sz="1350" b="0">
                <a:solidFill>
                  <a:srgbClr val="264F82"/>
                </a:solidFill>
                <a:latin typeface="Liberation Sans"/>
                <a:ea typeface="Liberation Sans"/>
                <a:cs typeface="Liberation Sans"/>
              </a:defRPr>
            </a:lvl9pPr>
          </a:lstStyle>
          <a:p xmlns:a="http://schemas.openxmlformats.org/drawingml/2006/main">
            <a:pPr>
              <a:defRPr sz="1350" b="0">
                <a:solidFill>
                  <a:srgbClr val="264F82"/>
                </a:solidFill>
                <a:latin typeface="Liberation Sans"/>
                <a:ea typeface="Liberation Sans"/>
                <a:cs typeface="Liberation Sans"/>
              </a:defRPr>
            </a:pPr>
            <a:r>
              <a:rPr sz="1350" u="sng">
                <a:solidFill>
                  <a:srgbClr val="264F82"/>
                </a:solidFill>
                <a:latin typeface="Liberation Sans"/>
                <a:ea typeface="Liberation Sans"/>
                <a:cs typeface="Liberation Sans"/>
                <a:hlinkClick xmlns:r="http://schemas.openxmlformats.org/officeDocument/2006/relationships" r:id="R784d903d48734f73"/>
              </a:rPr>
              <a:t>Liang et al. (2023). Holistic Evaluation of Language Models. TMLR.</a:t>
            </a:r>
          </a:p>
        </p:txBody>
      </p:sp>
      <p:sp>
        <p:nvSpPr>
          <p:cNvPr id="10" name="">
            <a:extLst xmlns:a="http://schemas.openxmlformats.org/drawingml/2006/main">
              <a:ext uri="{FF2B5EF4-FFF2-40B4-BE49-F238E27FC236}">
                <a16:creationId xmlns:a16="http://schemas.microsoft.com/office/drawing/2014/main" id="{9533DF3F-A756-4724-BB56-CF607B112779}"/>
              </a:ext>
            </a:extLst>
          </p:cNvPr>
          <p:cNvSpPr>
            <a:spLocks xmlns:a="http://schemas.openxmlformats.org/drawingml/2006/main" noGrp="1"/>
          </p:cNvSpPr>
          <p:nvPr/>
        </p:nvSpPr>
        <p:spPr>
          <a:xfrm xmlns:a="http://schemas.openxmlformats.org/drawingml/2006/main">
            <a:off x="666750" y="280987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0">
                <a:solidFill>
                  <a:srgbClr val="526177"/>
                </a:solidFill>
                <a:latin typeface="Liberation Sans"/>
                <a:ea typeface="Liberation Sans"/>
                <a:cs typeface="Liberation Sans"/>
              </a:defRPr>
            </a:defPPr>
            <a:lvl1pPr>
              <a:defRPr sz="1125" b="0">
                <a:solidFill>
                  <a:srgbClr val="526177"/>
                </a:solidFill>
                <a:latin typeface="Liberation Sans"/>
                <a:ea typeface="Liberation Sans"/>
                <a:cs typeface="Liberation Sans"/>
              </a:defRPr>
            </a:lvl1pPr>
            <a:lvl2pPr>
              <a:defRPr sz="1125" b="0">
                <a:solidFill>
                  <a:srgbClr val="526177"/>
                </a:solidFill>
                <a:latin typeface="Liberation Sans"/>
                <a:ea typeface="Liberation Sans"/>
                <a:cs typeface="Liberation Sans"/>
              </a:defRPr>
            </a:lvl2pPr>
            <a:lvl3pPr>
              <a:defRPr sz="1125" b="0">
                <a:solidFill>
                  <a:srgbClr val="526177"/>
                </a:solidFill>
                <a:latin typeface="Liberation Sans"/>
                <a:ea typeface="Liberation Sans"/>
                <a:cs typeface="Liberation Sans"/>
              </a:defRPr>
            </a:lvl3pPr>
            <a:lvl4pPr>
              <a:defRPr sz="1125" b="0">
                <a:solidFill>
                  <a:srgbClr val="526177"/>
                </a:solidFill>
                <a:latin typeface="Liberation Sans"/>
                <a:ea typeface="Liberation Sans"/>
                <a:cs typeface="Liberation Sans"/>
              </a:defRPr>
            </a:lvl4pPr>
            <a:lvl5pPr>
              <a:defRPr sz="1125" b="0">
                <a:solidFill>
                  <a:srgbClr val="526177"/>
                </a:solidFill>
                <a:latin typeface="Liberation Sans"/>
                <a:ea typeface="Liberation Sans"/>
                <a:cs typeface="Liberation Sans"/>
              </a:defRPr>
            </a:lvl5pPr>
            <a:lvl6pPr>
              <a:defRPr sz="1125" b="0">
                <a:solidFill>
                  <a:srgbClr val="526177"/>
                </a:solidFill>
                <a:latin typeface="Liberation Sans"/>
                <a:ea typeface="Liberation Sans"/>
                <a:cs typeface="Liberation Sans"/>
              </a:defRPr>
            </a:lvl6pPr>
            <a:lvl7pPr>
              <a:defRPr sz="1125" b="0">
                <a:solidFill>
                  <a:srgbClr val="526177"/>
                </a:solidFill>
                <a:latin typeface="Liberation Sans"/>
                <a:ea typeface="Liberation Sans"/>
                <a:cs typeface="Liberation Sans"/>
              </a:defRPr>
            </a:lvl7pPr>
            <a:lvl8pPr>
              <a:defRPr sz="1125" b="0">
                <a:solidFill>
                  <a:srgbClr val="526177"/>
                </a:solidFill>
                <a:latin typeface="Liberation Sans"/>
                <a:ea typeface="Liberation Sans"/>
                <a:cs typeface="Liberation Sans"/>
              </a:defRPr>
            </a:lvl8pPr>
            <a:lvl9pPr>
              <a:defRPr sz="1125" b="0">
                <a:solidFill>
                  <a:srgbClr val="526177"/>
                </a:solidFill>
                <a:latin typeface="Liberation Sans"/>
                <a:ea typeface="Liberation Sans"/>
                <a:cs typeface="Liberation Sans"/>
              </a:defRPr>
            </a:lvl9pPr>
          </a:lstStyle>
          <a:p xmlns:a="http://schemas.openxmlformats.org/drawingml/2006/main">
            <a:pPr>
              <a:defRPr sz="1125" b="0">
                <a:solidFill>
                  <a:srgbClr val="526177"/>
                </a:solidFill>
                <a:latin typeface="Liberation Sans"/>
                <a:ea typeface="Liberation Sans"/>
                <a:cs typeface="Liberation Sans"/>
              </a:defRPr>
            </a:pPr>
            <a:r>
              <a:rPr sz="1125" b="0">
                <a:solidFill>
                  <a:srgbClr val="526177"/>
                </a:solidFill>
                <a:latin typeface="Liberation Sans"/>
                <a:ea typeface="Liberation Sans"/>
                <a:cs typeface="Liberation Sans"/>
              </a:rPr>
              <a:t>https://arxiv.org/abs/2211.09110v2</a:t>
            </a:r>
          </a:p>
        </p:txBody>
      </p:sp>
      <p:sp>
        <p:nvSpPr>
          <p:cNvPr id="11" name="">
            <a:extLst xmlns:a="http://schemas.openxmlformats.org/drawingml/2006/main">
              <a:ext uri="{FF2B5EF4-FFF2-40B4-BE49-F238E27FC236}">
                <a16:creationId xmlns:a16="http://schemas.microsoft.com/office/drawing/2014/main" id="{9A41EF03-A066-4E07-A0E9-6D3672A0162E}"/>
              </a:ext>
            </a:extLst>
          </p:cNvPr>
          <p:cNvSpPr>
            <a:spLocks xmlns:a="http://schemas.openxmlformats.org/drawingml/2006/main" noGrp="1"/>
          </p:cNvSpPr>
          <p:nvPr/>
        </p:nvSpPr>
        <p:spPr>
          <a:xfrm xmlns:a="http://schemas.openxmlformats.org/drawingml/2006/main">
            <a:off x="666750" y="33242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264F82"/>
                </a:solidFill>
                <a:latin typeface="Liberation Sans"/>
                <a:ea typeface="Liberation Sans"/>
                <a:cs typeface="Liberation Sans"/>
              </a:defRPr>
            </a:defPPr>
            <a:lvl1pPr>
              <a:defRPr sz="1350" b="0">
                <a:solidFill>
                  <a:srgbClr val="264F82"/>
                </a:solidFill>
                <a:latin typeface="Liberation Sans"/>
                <a:ea typeface="Liberation Sans"/>
                <a:cs typeface="Liberation Sans"/>
              </a:defRPr>
            </a:lvl1pPr>
            <a:lvl2pPr>
              <a:defRPr sz="1350" b="0">
                <a:solidFill>
                  <a:srgbClr val="264F82"/>
                </a:solidFill>
                <a:latin typeface="Liberation Sans"/>
                <a:ea typeface="Liberation Sans"/>
                <a:cs typeface="Liberation Sans"/>
              </a:defRPr>
            </a:lvl2pPr>
            <a:lvl3pPr>
              <a:defRPr sz="1350" b="0">
                <a:solidFill>
                  <a:srgbClr val="264F82"/>
                </a:solidFill>
                <a:latin typeface="Liberation Sans"/>
                <a:ea typeface="Liberation Sans"/>
                <a:cs typeface="Liberation Sans"/>
              </a:defRPr>
            </a:lvl3pPr>
            <a:lvl4pPr>
              <a:defRPr sz="1350" b="0">
                <a:solidFill>
                  <a:srgbClr val="264F82"/>
                </a:solidFill>
                <a:latin typeface="Liberation Sans"/>
                <a:ea typeface="Liberation Sans"/>
                <a:cs typeface="Liberation Sans"/>
              </a:defRPr>
            </a:lvl4pPr>
            <a:lvl5pPr>
              <a:defRPr sz="1350" b="0">
                <a:solidFill>
                  <a:srgbClr val="264F82"/>
                </a:solidFill>
                <a:latin typeface="Liberation Sans"/>
                <a:ea typeface="Liberation Sans"/>
                <a:cs typeface="Liberation Sans"/>
              </a:defRPr>
            </a:lvl5pPr>
            <a:lvl6pPr>
              <a:defRPr sz="1350" b="0">
                <a:solidFill>
                  <a:srgbClr val="264F82"/>
                </a:solidFill>
                <a:latin typeface="Liberation Sans"/>
                <a:ea typeface="Liberation Sans"/>
                <a:cs typeface="Liberation Sans"/>
              </a:defRPr>
            </a:lvl6pPr>
            <a:lvl7pPr>
              <a:defRPr sz="1350" b="0">
                <a:solidFill>
                  <a:srgbClr val="264F82"/>
                </a:solidFill>
                <a:latin typeface="Liberation Sans"/>
                <a:ea typeface="Liberation Sans"/>
                <a:cs typeface="Liberation Sans"/>
              </a:defRPr>
            </a:lvl7pPr>
            <a:lvl8pPr>
              <a:defRPr sz="1350" b="0">
                <a:solidFill>
                  <a:srgbClr val="264F82"/>
                </a:solidFill>
                <a:latin typeface="Liberation Sans"/>
                <a:ea typeface="Liberation Sans"/>
                <a:cs typeface="Liberation Sans"/>
              </a:defRPr>
            </a:lvl8pPr>
            <a:lvl9pPr>
              <a:defRPr sz="1350" b="0">
                <a:solidFill>
                  <a:srgbClr val="264F82"/>
                </a:solidFill>
                <a:latin typeface="Liberation Sans"/>
                <a:ea typeface="Liberation Sans"/>
                <a:cs typeface="Liberation Sans"/>
              </a:defRPr>
            </a:lvl9pPr>
          </a:lstStyle>
          <a:p xmlns:a="http://schemas.openxmlformats.org/drawingml/2006/main">
            <a:pPr>
              <a:defRPr sz="1350" b="0">
                <a:solidFill>
                  <a:srgbClr val="264F82"/>
                </a:solidFill>
                <a:latin typeface="Liberation Sans"/>
                <a:ea typeface="Liberation Sans"/>
                <a:cs typeface="Liberation Sans"/>
              </a:defRPr>
            </a:pPr>
            <a:r>
              <a:rPr sz="1350" u="sng">
                <a:solidFill>
                  <a:srgbClr val="264F82"/>
                </a:solidFill>
                <a:latin typeface="Liberation Sans"/>
                <a:ea typeface="Liberation Sans"/>
                <a:cs typeface="Liberation Sans"/>
                <a:hlinkClick xmlns:r="http://schemas.openxmlformats.org/officeDocument/2006/relationships" r:id="R7252db2509d64ec3"/>
              </a:rPr>
              <a:t>Zhou, Lu, Mishra, Brahma, Basu, Luan, Zhou &amp; Hou (2023). Instruction-Following Evaluation for Large Language Models.</a:t>
            </a:r>
          </a:p>
        </p:txBody>
      </p:sp>
      <p:sp>
        <p:nvSpPr>
          <p:cNvPr id="12" name="">
            <a:extLst xmlns:a="http://schemas.openxmlformats.org/drawingml/2006/main">
              <a:ext uri="{FF2B5EF4-FFF2-40B4-BE49-F238E27FC236}">
                <a16:creationId xmlns:a16="http://schemas.microsoft.com/office/drawing/2014/main" id="{F73EB73C-1FE6-495C-96AF-2175AF8043BA}"/>
              </a:ext>
            </a:extLst>
          </p:cNvPr>
          <p:cNvSpPr>
            <a:spLocks xmlns:a="http://schemas.openxmlformats.org/drawingml/2006/main" noGrp="1"/>
          </p:cNvSpPr>
          <p:nvPr/>
        </p:nvSpPr>
        <p:spPr>
          <a:xfrm xmlns:a="http://schemas.openxmlformats.org/drawingml/2006/main">
            <a:off x="666750" y="36957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0">
                <a:solidFill>
                  <a:srgbClr val="526177"/>
                </a:solidFill>
                <a:latin typeface="Liberation Sans"/>
                <a:ea typeface="Liberation Sans"/>
                <a:cs typeface="Liberation Sans"/>
              </a:defRPr>
            </a:defPPr>
            <a:lvl1pPr>
              <a:defRPr sz="1125" b="0">
                <a:solidFill>
                  <a:srgbClr val="526177"/>
                </a:solidFill>
                <a:latin typeface="Liberation Sans"/>
                <a:ea typeface="Liberation Sans"/>
                <a:cs typeface="Liberation Sans"/>
              </a:defRPr>
            </a:lvl1pPr>
            <a:lvl2pPr>
              <a:defRPr sz="1125" b="0">
                <a:solidFill>
                  <a:srgbClr val="526177"/>
                </a:solidFill>
                <a:latin typeface="Liberation Sans"/>
                <a:ea typeface="Liberation Sans"/>
                <a:cs typeface="Liberation Sans"/>
              </a:defRPr>
            </a:lvl2pPr>
            <a:lvl3pPr>
              <a:defRPr sz="1125" b="0">
                <a:solidFill>
                  <a:srgbClr val="526177"/>
                </a:solidFill>
                <a:latin typeface="Liberation Sans"/>
                <a:ea typeface="Liberation Sans"/>
                <a:cs typeface="Liberation Sans"/>
              </a:defRPr>
            </a:lvl3pPr>
            <a:lvl4pPr>
              <a:defRPr sz="1125" b="0">
                <a:solidFill>
                  <a:srgbClr val="526177"/>
                </a:solidFill>
                <a:latin typeface="Liberation Sans"/>
                <a:ea typeface="Liberation Sans"/>
                <a:cs typeface="Liberation Sans"/>
              </a:defRPr>
            </a:lvl4pPr>
            <a:lvl5pPr>
              <a:defRPr sz="1125" b="0">
                <a:solidFill>
                  <a:srgbClr val="526177"/>
                </a:solidFill>
                <a:latin typeface="Liberation Sans"/>
                <a:ea typeface="Liberation Sans"/>
                <a:cs typeface="Liberation Sans"/>
              </a:defRPr>
            </a:lvl5pPr>
            <a:lvl6pPr>
              <a:defRPr sz="1125" b="0">
                <a:solidFill>
                  <a:srgbClr val="526177"/>
                </a:solidFill>
                <a:latin typeface="Liberation Sans"/>
                <a:ea typeface="Liberation Sans"/>
                <a:cs typeface="Liberation Sans"/>
              </a:defRPr>
            </a:lvl6pPr>
            <a:lvl7pPr>
              <a:defRPr sz="1125" b="0">
                <a:solidFill>
                  <a:srgbClr val="526177"/>
                </a:solidFill>
                <a:latin typeface="Liberation Sans"/>
                <a:ea typeface="Liberation Sans"/>
                <a:cs typeface="Liberation Sans"/>
              </a:defRPr>
            </a:lvl7pPr>
            <a:lvl8pPr>
              <a:defRPr sz="1125" b="0">
                <a:solidFill>
                  <a:srgbClr val="526177"/>
                </a:solidFill>
                <a:latin typeface="Liberation Sans"/>
                <a:ea typeface="Liberation Sans"/>
                <a:cs typeface="Liberation Sans"/>
              </a:defRPr>
            </a:lvl8pPr>
            <a:lvl9pPr>
              <a:defRPr sz="1125" b="0">
                <a:solidFill>
                  <a:srgbClr val="526177"/>
                </a:solidFill>
                <a:latin typeface="Liberation Sans"/>
                <a:ea typeface="Liberation Sans"/>
                <a:cs typeface="Liberation Sans"/>
              </a:defRPr>
            </a:lvl9pPr>
          </a:lstStyle>
          <a:p xmlns:a="http://schemas.openxmlformats.org/drawingml/2006/main">
            <a:pPr>
              <a:defRPr sz="1125" b="0">
                <a:solidFill>
                  <a:srgbClr val="526177"/>
                </a:solidFill>
                <a:latin typeface="Liberation Sans"/>
                <a:ea typeface="Liberation Sans"/>
                <a:cs typeface="Liberation Sans"/>
              </a:defRPr>
            </a:pPr>
            <a:r>
              <a:rPr sz="1125" b="0">
                <a:solidFill>
                  <a:srgbClr val="526177"/>
                </a:solidFill>
                <a:latin typeface="Liberation Sans"/>
                <a:ea typeface="Liberation Sans"/>
                <a:cs typeface="Liberation Sans"/>
              </a:rPr>
              <a:t>https://arxiv.org/abs/2311.07911v1</a:t>
            </a:r>
          </a:p>
        </p:txBody>
      </p:sp>
      <p:sp>
        <p:nvSpPr>
          <p:cNvPr id="13" name="">
            <a:extLst xmlns:a="http://schemas.openxmlformats.org/drawingml/2006/main">
              <a:ext uri="{FF2B5EF4-FFF2-40B4-BE49-F238E27FC236}">
                <a16:creationId xmlns:a16="http://schemas.microsoft.com/office/drawing/2014/main" id="{0B1314DB-4214-41D6-A789-4F26E9473142}"/>
              </a:ext>
            </a:extLst>
          </p:cNvPr>
          <p:cNvSpPr>
            <a:spLocks xmlns:a="http://schemas.openxmlformats.org/drawingml/2006/main" noGrp="1"/>
          </p:cNvSpPr>
          <p:nvPr/>
        </p:nvSpPr>
        <p:spPr>
          <a:xfrm xmlns:a="http://schemas.openxmlformats.org/drawingml/2006/main">
            <a:off x="666750" y="42100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264F82"/>
                </a:solidFill>
                <a:latin typeface="Liberation Sans"/>
                <a:ea typeface="Liberation Sans"/>
                <a:cs typeface="Liberation Sans"/>
              </a:defRPr>
            </a:defPPr>
            <a:lvl1pPr>
              <a:defRPr sz="1350" b="0">
                <a:solidFill>
                  <a:srgbClr val="264F82"/>
                </a:solidFill>
                <a:latin typeface="Liberation Sans"/>
                <a:ea typeface="Liberation Sans"/>
                <a:cs typeface="Liberation Sans"/>
              </a:defRPr>
            </a:lvl1pPr>
            <a:lvl2pPr>
              <a:defRPr sz="1350" b="0">
                <a:solidFill>
                  <a:srgbClr val="264F82"/>
                </a:solidFill>
                <a:latin typeface="Liberation Sans"/>
                <a:ea typeface="Liberation Sans"/>
                <a:cs typeface="Liberation Sans"/>
              </a:defRPr>
            </a:lvl2pPr>
            <a:lvl3pPr>
              <a:defRPr sz="1350" b="0">
                <a:solidFill>
                  <a:srgbClr val="264F82"/>
                </a:solidFill>
                <a:latin typeface="Liberation Sans"/>
                <a:ea typeface="Liberation Sans"/>
                <a:cs typeface="Liberation Sans"/>
              </a:defRPr>
            </a:lvl3pPr>
            <a:lvl4pPr>
              <a:defRPr sz="1350" b="0">
                <a:solidFill>
                  <a:srgbClr val="264F82"/>
                </a:solidFill>
                <a:latin typeface="Liberation Sans"/>
                <a:ea typeface="Liberation Sans"/>
                <a:cs typeface="Liberation Sans"/>
              </a:defRPr>
            </a:lvl4pPr>
            <a:lvl5pPr>
              <a:defRPr sz="1350" b="0">
                <a:solidFill>
                  <a:srgbClr val="264F82"/>
                </a:solidFill>
                <a:latin typeface="Liberation Sans"/>
                <a:ea typeface="Liberation Sans"/>
                <a:cs typeface="Liberation Sans"/>
              </a:defRPr>
            </a:lvl5pPr>
            <a:lvl6pPr>
              <a:defRPr sz="1350" b="0">
                <a:solidFill>
                  <a:srgbClr val="264F82"/>
                </a:solidFill>
                <a:latin typeface="Liberation Sans"/>
                <a:ea typeface="Liberation Sans"/>
                <a:cs typeface="Liberation Sans"/>
              </a:defRPr>
            </a:lvl6pPr>
            <a:lvl7pPr>
              <a:defRPr sz="1350" b="0">
                <a:solidFill>
                  <a:srgbClr val="264F82"/>
                </a:solidFill>
                <a:latin typeface="Liberation Sans"/>
                <a:ea typeface="Liberation Sans"/>
                <a:cs typeface="Liberation Sans"/>
              </a:defRPr>
            </a:lvl7pPr>
            <a:lvl8pPr>
              <a:defRPr sz="1350" b="0">
                <a:solidFill>
                  <a:srgbClr val="264F82"/>
                </a:solidFill>
                <a:latin typeface="Liberation Sans"/>
                <a:ea typeface="Liberation Sans"/>
                <a:cs typeface="Liberation Sans"/>
              </a:defRPr>
            </a:lvl8pPr>
            <a:lvl9pPr>
              <a:defRPr sz="1350" b="0">
                <a:solidFill>
                  <a:srgbClr val="264F82"/>
                </a:solidFill>
                <a:latin typeface="Liberation Sans"/>
                <a:ea typeface="Liberation Sans"/>
                <a:cs typeface="Liberation Sans"/>
              </a:defRPr>
            </a:lvl9pPr>
          </a:lstStyle>
          <a:p xmlns:a="http://schemas.openxmlformats.org/drawingml/2006/main">
            <a:pPr>
              <a:defRPr sz="1350" b="0">
                <a:solidFill>
                  <a:srgbClr val="264F82"/>
                </a:solidFill>
                <a:latin typeface="Liberation Sans"/>
                <a:ea typeface="Liberation Sans"/>
                <a:cs typeface="Liberation Sans"/>
              </a:defRPr>
            </a:pPr>
            <a:r>
              <a:rPr sz="1350" u="sng">
                <a:solidFill>
                  <a:srgbClr val="264F82"/>
                </a:solidFill>
                <a:latin typeface="Liberation Sans"/>
                <a:ea typeface="Liberation Sans"/>
                <a:cs typeface="Liberation Sans"/>
                <a:hlinkClick xmlns:r="http://schemas.openxmlformats.org/officeDocument/2006/relationships" r:id="R2efa47f90c8e44e8"/>
              </a:rPr>
              <a:t>Dror, Baumer, Shlomov &amp; Reichart (2018). The Hitchhiker’s Guide to Testing Statistical Significance in NLP. ACL.</a:t>
            </a:r>
          </a:p>
        </p:txBody>
      </p:sp>
      <p:sp>
        <p:nvSpPr>
          <p:cNvPr id="14" name="">
            <a:extLst xmlns:a="http://schemas.openxmlformats.org/drawingml/2006/main">
              <a:ext uri="{FF2B5EF4-FFF2-40B4-BE49-F238E27FC236}">
                <a16:creationId xmlns:a16="http://schemas.microsoft.com/office/drawing/2014/main" id="{D582D907-BA30-43BE-9D57-E8A0DFB4B5C9}"/>
              </a:ext>
            </a:extLst>
          </p:cNvPr>
          <p:cNvSpPr>
            <a:spLocks xmlns:a="http://schemas.openxmlformats.org/drawingml/2006/main" noGrp="1"/>
          </p:cNvSpPr>
          <p:nvPr/>
        </p:nvSpPr>
        <p:spPr>
          <a:xfrm xmlns:a="http://schemas.openxmlformats.org/drawingml/2006/main">
            <a:off x="666750" y="458152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0">
                <a:solidFill>
                  <a:srgbClr val="526177"/>
                </a:solidFill>
                <a:latin typeface="Liberation Sans"/>
                <a:ea typeface="Liberation Sans"/>
                <a:cs typeface="Liberation Sans"/>
              </a:defRPr>
            </a:defPPr>
            <a:lvl1pPr>
              <a:defRPr sz="1125" b="0">
                <a:solidFill>
                  <a:srgbClr val="526177"/>
                </a:solidFill>
                <a:latin typeface="Liberation Sans"/>
                <a:ea typeface="Liberation Sans"/>
                <a:cs typeface="Liberation Sans"/>
              </a:defRPr>
            </a:lvl1pPr>
            <a:lvl2pPr>
              <a:defRPr sz="1125" b="0">
                <a:solidFill>
                  <a:srgbClr val="526177"/>
                </a:solidFill>
                <a:latin typeface="Liberation Sans"/>
                <a:ea typeface="Liberation Sans"/>
                <a:cs typeface="Liberation Sans"/>
              </a:defRPr>
            </a:lvl2pPr>
            <a:lvl3pPr>
              <a:defRPr sz="1125" b="0">
                <a:solidFill>
                  <a:srgbClr val="526177"/>
                </a:solidFill>
                <a:latin typeface="Liberation Sans"/>
                <a:ea typeface="Liberation Sans"/>
                <a:cs typeface="Liberation Sans"/>
              </a:defRPr>
            </a:lvl3pPr>
            <a:lvl4pPr>
              <a:defRPr sz="1125" b="0">
                <a:solidFill>
                  <a:srgbClr val="526177"/>
                </a:solidFill>
                <a:latin typeface="Liberation Sans"/>
                <a:ea typeface="Liberation Sans"/>
                <a:cs typeface="Liberation Sans"/>
              </a:defRPr>
            </a:lvl4pPr>
            <a:lvl5pPr>
              <a:defRPr sz="1125" b="0">
                <a:solidFill>
                  <a:srgbClr val="526177"/>
                </a:solidFill>
                <a:latin typeface="Liberation Sans"/>
                <a:ea typeface="Liberation Sans"/>
                <a:cs typeface="Liberation Sans"/>
              </a:defRPr>
            </a:lvl5pPr>
            <a:lvl6pPr>
              <a:defRPr sz="1125" b="0">
                <a:solidFill>
                  <a:srgbClr val="526177"/>
                </a:solidFill>
                <a:latin typeface="Liberation Sans"/>
                <a:ea typeface="Liberation Sans"/>
                <a:cs typeface="Liberation Sans"/>
              </a:defRPr>
            </a:lvl6pPr>
            <a:lvl7pPr>
              <a:defRPr sz="1125" b="0">
                <a:solidFill>
                  <a:srgbClr val="526177"/>
                </a:solidFill>
                <a:latin typeface="Liberation Sans"/>
                <a:ea typeface="Liberation Sans"/>
                <a:cs typeface="Liberation Sans"/>
              </a:defRPr>
            </a:lvl7pPr>
            <a:lvl8pPr>
              <a:defRPr sz="1125" b="0">
                <a:solidFill>
                  <a:srgbClr val="526177"/>
                </a:solidFill>
                <a:latin typeface="Liberation Sans"/>
                <a:ea typeface="Liberation Sans"/>
                <a:cs typeface="Liberation Sans"/>
              </a:defRPr>
            </a:lvl8pPr>
            <a:lvl9pPr>
              <a:defRPr sz="1125" b="0">
                <a:solidFill>
                  <a:srgbClr val="526177"/>
                </a:solidFill>
                <a:latin typeface="Liberation Sans"/>
                <a:ea typeface="Liberation Sans"/>
                <a:cs typeface="Liberation Sans"/>
              </a:defRPr>
            </a:lvl9pPr>
          </a:lstStyle>
          <a:p xmlns:a="http://schemas.openxmlformats.org/drawingml/2006/main">
            <a:pPr>
              <a:defRPr sz="1125" b="0">
                <a:solidFill>
                  <a:srgbClr val="526177"/>
                </a:solidFill>
                <a:latin typeface="Liberation Sans"/>
                <a:ea typeface="Liberation Sans"/>
                <a:cs typeface="Liberation Sans"/>
              </a:defRPr>
            </a:pPr>
            <a:r>
              <a:rPr sz="1125" b="0">
                <a:solidFill>
                  <a:srgbClr val="526177"/>
                </a:solidFill>
                <a:latin typeface="Liberation Sans"/>
                <a:ea typeface="Liberation Sans"/>
                <a:cs typeface="Liberation Sans"/>
              </a:rPr>
              <a:t>https://aclanthology.org/P18-1128/</a:t>
            </a:r>
          </a:p>
        </p:txBody>
      </p:sp>
      <p:sp>
        <p:nvSpPr>
          <p:cNvPr id="15" name="">
            <a:extLst xmlns:a="http://schemas.openxmlformats.org/drawingml/2006/main">
              <a:ext uri="{FF2B5EF4-FFF2-40B4-BE49-F238E27FC236}">
                <a16:creationId xmlns:a16="http://schemas.microsoft.com/office/drawing/2014/main" id="{5D81FB86-8449-486F-9D93-59AD56B7D969}"/>
              </a:ext>
            </a:extLst>
          </p:cNvPr>
          <p:cNvSpPr>
            <a:spLocks xmlns:a="http://schemas.openxmlformats.org/drawingml/2006/main" noGrp="1"/>
          </p:cNvSpPr>
          <p:nvPr/>
        </p:nvSpPr>
        <p:spPr>
          <a:xfrm xmlns:a="http://schemas.openxmlformats.org/drawingml/2006/main">
            <a:off x="666750" y="50958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264F82"/>
                </a:solidFill>
                <a:latin typeface="Liberation Sans"/>
                <a:ea typeface="Liberation Sans"/>
                <a:cs typeface="Liberation Sans"/>
              </a:defRPr>
            </a:defPPr>
            <a:lvl1pPr>
              <a:defRPr sz="1350" b="0">
                <a:solidFill>
                  <a:srgbClr val="264F82"/>
                </a:solidFill>
                <a:latin typeface="Liberation Sans"/>
                <a:ea typeface="Liberation Sans"/>
                <a:cs typeface="Liberation Sans"/>
              </a:defRPr>
            </a:lvl1pPr>
            <a:lvl2pPr>
              <a:defRPr sz="1350" b="0">
                <a:solidFill>
                  <a:srgbClr val="264F82"/>
                </a:solidFill>
                <a:latin typeface="Liberation Sans"/>
                <a:ea typeface="Liberation Sans"/>
                <a:cs typeface="Liberation Sans"/>
              </a:defRPr>
            </a:lvl2pPr>
            <a:lvl3pPr>
              <a:defRPr sz="1350" b="0">
                <a:solidFill>
                  <a:srgbClr val="264F82"/>
                </a:solidFill>
                <a:latin typeface="Liberation Sans"/>
                <a:ea typeface="Liberation Sans"/>
                <a:cs typeface="Liberation Sans"/>
              </a:defRPr>
            </a:lvl3pPr>
            <a:lvl4pPr>
              <a:defRPr sz="1350" b="0">
                <a:solidFill>
                  <a:srgbClr val="264F82"/>
                </a:solidFill>
                <a:latin typeface="Liberation Sans"/>
                <a:ea typeface="Liberation Sans"/>
                <a:cs typeface="Liberation Sans"/>
              </a:defRPr>
            </a:lvl4pPr>
            <a:lvl5pPr>
              <a:defRPr sz="1350" b="0">
                <a:solidFill>
                  <a:srgbClr val="264F82"/>
                </a:solidFill>
                <a:latin typeface="Liberation Sans"/>
                <a:ea typeface="Liberation Sans"/>
                <a:cs typeface="Liberation Sans"/>
              </a:defRPr>
            </a:lvl5pPr>
            <a:lvl6pPr>
              <a:defRPr sz="1350" b="0">
                <a:solidFill>
                  <a:srgbClr val="264F82"/>
                </a:solidFill>
                <a:latin typeface="Liberation Sans"/>
                <a:ea typeface="Liberation Sans"/>
                <a:cs typeface="Liberation Sans"/>
              </a:defRPr>
            </a:lvl6pPr>
            <a:lvl7pPr>
              <a:defRPr sz="1350" b="0">
                <a:solidFill>
                  <a:srgbClr val="264F82"/>
                </a:solidFill>
                <a:latin typeface="Liberation Sans"/>
                <a:ea typeface="Liberation Sans"/>
                <a:cs typeface="Liberation Sans"/>
              </a:defRPr>
            </a:lvl7pPr>
            <a:lvl8pPr>
              <a:defRPr sz="1350" b="0">
                <a:solidFill>
                  <a:srgbClr val="264F82"/>
                </a:solidFill>
                <a:latin typeface="Liberation Sans"/>
                <a:ea typeface="Liberation Sans"/>
                <a:cs typeface="Liberation Sans"/>
              </a:defRPr>
            </a:lvl8pPr>
            <a:lvl9pPr>
              <a:defRPr sz="1350" b="0">
                <a:solidFill>
                  <a:srgbClr val="264F82"/>
                </a:solidFill>
                <a:latin typeface="Liberation Sans"/>
                <a:ea typeface="Liberation Sans"/>
                <a:cs typeface="Liberation Sans"/>
              </a:defRPr>
            </a:lvl9pPr>
          </a:lstStyle>
          <a:p xmlns:a="http://schemas.openxmlformats.org/drawingml/2006/main">
            <a:pPr>
              <a:defRPr sz="1350" b="0">
                <a:solidFill>
                  <a:srgbClr val="264F82"/>
                </a:solidFill>
                <a:latin typeface="Liberation Sans"/>
                <a:ea typeface="Liberation Sans"/>
                <a:cs typeface="Liberation Sans"/>
              </a:defRPr>
            </a:pPr>
            <a:r>
              <a:rPr sz="1350" u="sng">
                <a:solidFill>
                  <a:srgbClr val="264F82"/>
                </a:solidFill>
                <a:latin typeface="Liberation Sans"/>
                <a:ea typeface="Liberation Sans"/>
                <a:cs typeface="Liberation Sans"/>
                <a:hlinkClick xmlns:r="http://schemas.openxmlformats.org/officeDocument/2006/relationships" r:id="Re42cdfe3110b48d0"/>
              </a:rPr>
              <a:t>Zheng et al. (2023). Judging LLM-as-a-Judge with MT-Bench and Chatbot Arena. NeurIPS.</a:t>
            </a:r>
          </a:p>
        </p:txBody>
      </p:sp>
      <p:sp>
        <p:nvSpPr>
          <p:cNvPr id="16" name="">
            <a:extLst xmlns:a="http://schemas.openxmlformats.org/drawingml/2006/main">
              <a:ext uri="{FF2B5EF4-FFF2-40B4-BE49-F238E27FC236}">
                <a16:creationId xmlns:a16="http://schemas.microsoft.com/office/drawing/2014/main" id="{3D7A45F4-2912-42FC-B920-1266925DB1E6}"/>
              </a:ext>
            </a:extLst>
          </p:cNvPr>
          <p:cNvSpPr>
            <a:spLocks xmlns:a="http://schemas.openxmlformats.org/drawingml/2006/main" noGrp="1"/>
          </p:cNvSpPr>
          <p:nvPr/>
        </p:nvSpPr>
        <p:spPr>
          <a:xfrm xmlns:a="http://schemas.openxmlformats.org/drawingml/2006/main">
            <a:off x="666750" y="54673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125" b="0">
                <a:solidFill>
                  <a:srgbClr val="526177"/>
                </a:solidFill>
                <a:latin typeface="Liberation Sans"/>
                <a:ea typeface="Liberation Sans"/>
                <a:cs typeface="Liberation Sans"/>
              </a:defRPr>
            </a:defPPr>
            <a:lvl1pPr>
              <a:defRPr sz="1125" b="0">
                <a:solidFill>
                  <a:srgbClr val="526177"/>
                </a:solidFill>
                <a:latin typeface="Liberation Sans"/>
                <a:ea typeface="Liberation Sans"/>
                <a:cs typeface="Liberation Sans"/>
              </a:defRPr>
            </a:lvl1pPr>
            <a:lvl2pPr>
              <a:defRPr sz="1125" b="0">
                <a:solidFill>
                  <a:srgbClr val="526177"/>
                </a:solidFill>
                <a:latin typeface="Liberation Sans"/>
                <a:ea typeface="Liberation Sans"/>
                <a:cs typeface="Liberation Sans"/>
              </a:defRPr>
            </a:lvl2pPr>
            <a:lvl3pPr>
              <a:defRPr sz="1125" b="0">
                <a:solidFill>
                  <a:srgbClr val="526177"/>
                </a:solidFill>
                <a:latin typeface="Liberation Sans"/>
                <a:ea typeface="Liberation Sans"/>
                <a:cs typeface="Liberation Sans"/>
              </a:defRPr>
            </a:lvl3pPr>
            <a:lvl4pPr>
              <a:defRPr sz="1125" b="0">
                <a:solidFill>
                  <a:srgbClr val="526177"/>
                </a:solidFill>
                <a:latin typeface="Liberation Sans"/>
                <a:ea typeface="Liberation Sans"/>
                <a:cs typeface="Liberation Sans"/>
              </a:defRPr>
            </a:lvl4pPr>
            <a:lvl5pPr>
              <a:defRPr sz="1125" b="0">
                <a:solidFill>
                  <a:srgbClr val="526177"/>
                </a:solidFill>
                <a:latin typeface="Liberation Sans"/>
                <a:ea typeface="Liberation Sans"/>
                <a:cs typeface="Liberation Sans"/>
              </a:defRPr>
            </a:lvl5pPr>
            <a:lvl6pPr>
              <a:defRPr sz="1125" b="0">
                <a:solidFill>
                  <a:srgbClr val="526177"/>
                </a:solidFill>
                <a:latin typeface="Liberation Sans"/>
                <a:ea typeface="Liberation Sans"/>
                <a:cs typeface="Liberation Sans"/>
              </a:defRPr>
            </a:lvl6pPr>
            <a:lvl7pPr>
              <a:defRPr sz="1125" b="0">
                <a:solidFill>
                  <a:srgbClr val="526177"/>
                </a:solidFill>
                <a:latin typeface="Liberation Sans"/>
                <a:ea typeface="Liberation Sans"/>
                <a:cs typeface="Liberation Sans"/>
              </a:defRPr>
            </a:lvl7pPr>
            <a:lvl8pPr>
              <a:defRPr sz="1125" b="0">
                <a:solidFill>
                  <a:srgbClr val="526177"/>
                </a:solidFill>
                <a:latin typeface="Liberation Sans"/>
                <a:ea typeface="Liberation Sans"/>
                <a:cs typeface="Liberation Sans"/>
              </a:defRPr>
            </a:lvl8pPr>
            <a:lvl9pPr>
              <a:defRPr sz="1125" b="0">
                <a:solidFill>
                  <a:srgbClr val="526177"/>
                </a:solidFill>
                <a:latin typeface="Liberation Sans"/>
                <a:ea typeface="Liberation Sans"/>
                <a:cs typeface="Liberation Sans"/>
              </a:defRPr>
            </a:lvl9pPr>
          </a:lstStyle>
          <a:p xmlns:a="http://schemas.openxmlformats.org/drawingml/2006/main">
            <a:pPr>
              <a:defRPr sz="1125" b="0">
                <a:solidFill>
                  <a:srgbClr val="526177"/>
                </a:solidFill>
                <a:latin typeface="Liberation Sans"/>
                <a:ea typeface="Liberation Sans"/>
                <a:cs typeface="Liberation Sans"/>
              </a:defRPr>
            </a:pPr>
            <a:r>
              <a:rPr sz="1125" b="0">
                <a:solidFill>
                  <a:srgbClr val="526177"/>
                </a:solidFill>
                <a:latin typeface="Liberation Sans"/>
                <a:ea typeface="Liberation Sans"/>
                <a:cs typeface="Liberation Sans"/>
              </a:rPr>
              <a:t>https://arxiv.org/abs/2306.05685v4</a:t>
            </a:r>
          </a:p>
        </p:txBody>
      </p:sp>
    </p:spTree>
    <p:extLst>
      <p:ext uri="{BB962C8B-B14F-4D97-AF65-F5344CB8AC3E}">
        <p14:creationId xmlns:p14="http://schemas.microsoft.com/office/powerpoint/2010/main" val="8950524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811528-D190-45CA-90A7-3B279679F6A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C741D"/>
          </a:solidFill>
          <a:ln xmlns:a="http://schemas.openxmlformats.org/drawingml/2006/main" w="9525">
            <a:solidFill>
              <a:srgbClr val="BC741D"/>
            </a:solidFill>
            <a:prstDash val="solid"/>
          </a:ln>
        </p:spPr>
      </p:sp>
      <p:sp>
        <p:nvSpPr>
          <p:cNvPr id="2" name="">
            <a:extLst xmlns:a="http://schemas.openxmlformats.org/drawingml/2006/main">
              <a:ext uri="{FF2B5EF4-FFF2-40B4-BE49-F238E27FC236}">
                <a16:creationId xmlns:a16="http://schemas.microsoft.com/office/drawing/2014/main" id="{DF4C1D9B-645A-4661-8D68-949DB87CB013}"/>
              </a:ext>
            </a:extLst>
          </p:cNvPr>
          <p:cNvSpPr>
            <a:spLocks xmlns:a="http://schemas.openxmlformats.org/drawingml/2006/main" noGrp="1"/>
          </p:cNvSpPr>
          <p:nvPr/>
        </p:nvSpPr>
        <p:spPr>
          <a:xfrm xmlns:a="http://schemas.openxmlformats.org/drawingml/2006/main">
            <a:off x="609600" y="3048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050" b="1">
                <a:solidFill>
                  <a:srgbClr val="BC741D"/>
                </a:solidFill>
                <a:latin typeface="Liberation Sans"/>
                <a:ea typeface="Liberation Sans"/>
                <a:cs typeface="Liberation Sans"/>
              </a:defRPr>
            </a:defPPr>
            <a:lvl1pPr>
              <a:defRPr sz="1050" b="1">
                <a:solidFill>
                  <a:srgbClr val="BC741D"/>
                </a:solidFill>
                <a:latin typeface="Liberation Sans"/>
                <a:ea typeface="Liberation Sans"/>
                <a:cs typeface="Liberation Sans"/>
              </a:defRPr>
            </a:lvl1pPr>
            <a:lvl2pPr>
              <a:defRPr sz="1050" b="1">
                <a:solidFill>
                  <a:srgbClr val="BC741D"/>
                </a:solidFill>
                <a:latin typeface="Liberation Sans"/>
                <a:ea typeface="Liberation Sans"/>
                <a:cs typeface="Liberation Sans"/>
              </a:defRPr>
            </a:lvl2pPr>
            <a:lvl3pPr>
              <a:defRPr sz="1050" b="1">
                <a:solidFill>
                  <a:srgbClr val="BC741D"/>
                </a:solidFill>
                <a:latin typeface="Liberation Sans"/>
                <a:ea typeface="Liberation Sans"/>
                <a:cs typeface="Liberation Sans"/>
              </a:defRPr>
            </a:lvl3pPr>
            <a:lvl4pPr>
              <a:defRPr sz="1050" b="1">
                <a:solidFill>
                  <a:srgbClr val="BC741D"/>
                </a:solidFill>
                <a:latin typeface="Liberation Sans"/>
                <a:ea typeface="Liberation Sans"/>
                <a:cs typeface="Liberation Sans"/>
              </a:defRPr>
            </a:lvl4pPr>
            <a:lvl5pPr>
              <a:defRPr sz="1050" b="1">
                <a:solidFill>
                  <a:srgbClr val="BC741D"/>
                </a:solidFill>
                <a:latin typeface="Liberation Sans"/>
                <a:ea typeface="Liberation Sans"/>
                <a:cs typeface="Liberation Sans"/>
              </a:defRPr>
            </a:lvl5pPr>
            <a:lvl6pPr>
              <a:defRPr sz="1050" b="1">
                <a:solidFill>
                  <a:srgbClr val="BC741D"/>
                </a:solidFill>
                <a:latin typeface="Liberation Sans"/>
                <a:ea typeface="Liberation Sans"/>
                <a:cs typeface="Liberation Sans"/>
              </a:defRPr>
            </a:lvl6pPr>
            <a:lvl7pPr>
              <a:defRPr sz="1050" b="1">
                <a:solidFill>
                  <a:srgbClr val="BC741D"/>
                </a:solidFill>
                <a:latin typeface="Liberation Sans"/>
                <a:ea typeface="Liberation Sans"/>
                <a:cs typeface="Liberation Sans"/>
              </a:defRPr>
            </a:lvl7pPr>
            <a:lvl8pPr>
              <a:defRPr sz="1050" b="1">
                <a:solidFill>
                  <a:srgbClr val="BC741D"/>
                </a:solidFill>
                <a:latin typeface="Liberation Sans"/>
                <a:ea typeface="Liberation Sans"/>
                <a:cs typeface="Liberation Sans"/>
              </a:defRPr>
            </a:lvl8pPr>
            <a:lvl9pPr>
              <a:defRPr sz="1050" b="1">
                <a:solidFill>
                  <a:srgbClr val="BC741D"/>
                </a:solidFill>
                <a:latin typeface="Liberation Sans"/>
                <a:ea typeface="Liberation Sans"/>
                <a:cs typeface="Liberation Sans"/>
              </a:defRPr>
            </a:lvl9pPr>
          </a:lstStyle>
          <a:p xmlns:a="http://schemas.openxmlformats.org/drawingml/2006/main">
            <a:pPr>
              <a:defRPr sz="1050" b="1">
                <a:solidFill>
                  <a:srgbClr val="BC741D"/>
                </a:solidFill>
                <a:latin typeface="Liberation Sans"/>
                <a:ea typeface="Liberation Sans"/>
                <a:cs typeface="Liberation Sans"/>
              </a:defRPr>
            </a:pPr>
            <a:r>
              <a:rPr sz="1050" b="1">
                <a:solidFill>
                  <a:srgbClr val="BC741D"/>
                </a:solidFill>
                <a:latin typeface="Liberation Sans"/>
                <a:ea typeface="Liberation Sans"/>
                <a:cs typeface="Liberation Sans"/>
              </a:rPr>
              <a:t>NOT METHODS IMPLEMENTED</a:t>
            </a:r>
          </a:p>
        </p:txBody>
      </p:sp>
      <p:sp>
        <p:nvSpPr>
          <p:cNvPr id="3" name="">
            <a:extLst xmlns:a="http://schemas.openxmlformats.org/drawingml/2006/main">
              <a:ext uri="{FF2B5EF4-FFF2-40B4-BE49-F238E27FC236}">
                <a16:creationId xmlns:a16="http://schemas.microsoft.com/office/drawing/2014/main" id="{674D3951-7B01-473C-BEE1-4C135281D4B0}"/>
              </a:ext>
            </a:extLst>
          </p:cNvPr>
          <p:cNvSpPr>
            <a:spLocks xmlns:a="http://schemas.openxmlformats.org/drawingml/2006/main" noGrp="1"/>
          </p:cNvSpPr>
          <p:nvPr/>
        </p:nvSpPr>
        <p:spPr>
          <a:xfrm xmlns:a="http://schemas.openxmlformats.org/drawingml/2006/main">
            <a:off x="609600" y="68580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2850" b="1">
                <a:solidFill>
                  <a:srgbClr val="111A2E"/>
                </a:solidFill>
                <a:latin typeface="Liberation Sans"/>
                <a:ea typeface="Liberation Sans"/>
                <a:cs typeface="Liberation Sans"/>
              </a:defRPr>
            </a:defPPr>
            <a:lvl1pPr>
              <a:defRPr sz="2850" b="1">
                <a:solidFill>
                  <a:srgbClr val="111A2E"/>
                </a:solidFill>
                <a:latin typeface="Liberation Sans"/>
                <a:ea typeface="Liberation Sans"/>
                <a:cs typeface="Liberation Sans"/>
              </a:defRPr>
            </a:lvl1pPr>
            <a:lvl2pPr>
              <a:defRPr sz="2850" b="1">
                <a:solidFill>
                  <a:srgbClr val="111A2E"/>
                </a:solidFill>
                <a:latin typeface="Liberation Sans"/>
                <a:ea typeface="Liberation Sans"/>
                <a:cs typeface="Liberation Sans"/>
              </a:defRPr>
            </a:lvl2pPr>
            <a:lvl3pPr>
              <a:defRPr sz="2850" b="1">
                <a:solidFill>
                  <a:srgbClr val="111A2E"/>
                </a:solidFill>
                <a:latin typeface="Liberation Sans"/>
                <a:ea typeface="Liberation Sans"/>
                <a:cs typeface="Liberation Sans"/>
              </a:defRPr>
            </a:lvl3pPr>
            <a:lvl4pPr>
              <a:defRPr sz="2850" b="1">
                <a:solidFill>
                  <a:srgbClr val="111A2E"/>
                </a:solidFill>
                <a:latin typeface="Liberation Sans"/>
                <a:ea typeface="Liberation Sans"/>
                <a:cs typeface="Liberation Sans"/>
              </a:defRPr>
            </a:lvl4pPr>
            <a:lvl5pPr>
              <a:defRPr sz="2850" b="1">
                <a:solidFill>
                  <a:srgbClr val="111A2E"/>
                </a:solidFill>
                <a:latin typeface="Liberation Sans"/>
                <a:ea typeface="Liberation Sans"/>
                <a:cs typeface="Liberation Sans"/>
              </a:defRPr>
            </a:lvl5pPr>
            <a:lvl6pPr>
              <a:defRPr sz="2850" b="1">
                <a:solidFill>
                  <a:srgbClr val="111A2E"/>
                </a:solidFill>
                <a:latin typeface="Liberation Sans"/>
                <a:ea typeface="Liberation Sans"/>
                <a:cs typeface="Liberation Sans"/>
              </a:defRPr>
            </a:lvl6pPr>
            <a:lvl7pPr>
              <a:defRPr sz="2850" b="1">
                <a:solidFill>
                  <a:srgbClr val="111A2E"/>
                </a:solidFill>
                <a:latin typeface="Liberation Sans"/>
                <a:ea typeface="Liberation Sans"/>
                <a:cs typeface="Liberation Sans"/>
              </a:defRPr>
            </a:lvl7pPr>
            <a:lvl8pPr>
              <a:defRPr sz="2850" b="1">
                <a:solidFill>
                  <a:srgbClr val="111A2E"/>
                </a:solidFill>
                <a:latin typeface="Liberation Sans"/>
                <a:ea typeface="Liberation Sans"/>
                <a:cs typeface="Liberation Sans"/>
              </a:defRPr>
            </a:lvl8pPr>
            <a:lvl9pPr>
              <a:defRPr sz="2850" b="1">
                <a:solidFill>
                  <a:srgbClr val="111A2E"/>
                </a:solidFill>
                <a:latin typeface="Liberation Sans"/>
                <a:ea typeface="Liberation Sans"/>
                <a:cs typeface="Liberation Sans"/>
              </a:defRPr>
            </a:lvl9pPr>
          </a:lstStyle>
          <a:p xmlns:a="http://schemas.openxmlformats.org/drawingml/2006/main">
            <a:pPr>
              <a:defRPr sz="2850" b="1">
                <a:solidFill>
                  <a:srgbClr val="111A2E"/>
                </a:solidFill>
                <a:latin typeface="Liberation Sans"/>
                <a:ea typeface="Liberation Sans"/>
                <a:cs typeface="Liberation Sans"/>
              </a:defRPr>
            </a:pPr>
            <a:r>
              <a:rPr sz="2850" b="1">
                <a:solidFill>
                  <a:srgbClr val="111A2E"/>
                </a:solidFill>
                <a:latin typeface="Liberation Sans"/>
                <a:ea typeface="Liberation Sans"/>
                <a:cs typeface="Liberation Sans"/>
              </a:rPr>
              <a:t>Additional contextual reading</a:t>
            </a:r>
          </a:p>
        </p:txBody>
      </p:sp>
      <p:sp>
        <p:nvSpPr>
          <p:cNvPr id="4" name="">
            <a:extLst xmlns:a="http://schemas.openxmlformats.org/drawingml/2006/main">
              <a:ext uri="{FF2B5EF4-FFF2-40B4-BE49-F238E27FC236}">
                <a16:creationId xmlns:a16="http://schemas.microsoft.com/office/drawing/2014/main" id="{CDB0BC02-692A-420E-BE4C-1907472763A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4DCE7"/>
          </a:solidFill>
          <a:ln xmlns:a="http://schemas.openxmlformats.org/drawingml/2006/main" w="9525">
            <a:solidFill>
              <a:srgbClr val="D4DCE7"/>
            </a:solidFill>
            <a:prstDash val="solid"/>
          </a:ln>
        </p:spPr>
      </p:sp>
      <p:sp>
        <p:nvSpPr>
          <p:cNvPr id="5" name="">
            <a:extLst xmlns:a="http://schemas.openxmlformats.org/drawingml/2006/main">
              <a:ext uri="{FF2B5EF4-FFF2-40B4-BE49-F238E27FC236}">
                <a16:creationId xmlns:a16="http://schemas.microsoft.com/office/drawing/2014/main" id="{02D18F45-DC3F-462D-A13F-52E6F2C2A897}"/>
              </a:ext>
            </a:extLst>
          </p:cNvPr>
          <p:cNvSpPr>
            <a:spLocks xmlns:a="http://schemas.openxmlformats.org/drawingml/2006/main" noGrp="1"/>
          </p:cNvSpPr>
          <p:nvPr/>
        </p:nvSpPr>
        <p:spPr>
          <a:xfrm xmlns:a="http://schemas.openxmlformats.org/drawingml/2006/main">
            <a:off x="609600" y="638175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0">
                <a:solidFill>
                  <a:srgbClr val="526177"/>
                </a:solidFill>
                <a:latin typeface="Liberation Sans"/>
                <a:ea typeface="Liberation Sans"/>
                <a:cs typeface="Liberation Sans"/>
              </a:defRPr>
            </a:defPPr>
            <a:lvl1pPr>
              <a:defRPr sz="975" b="0">
                <a:solidFill>
                  <a:srgbClr val="526177"/>
                </a:solidFill>
                <a:latin typeface="Liberation Sans"/>
                <a:ea typeface="Liberation Sans"/>
                <a:cs typeface="Liberation Sans"/>
              </a:defRPr>
            </a:lvl1pPr>
            <a:lvl2pPr>
              <a:defRPr sz="975" b="0">
                <a:solidFill>
                  <a:srgbClr val="526177"/>
                </a:solidFill>
                <a:latin typeface="Liberation Sans"/>
                <a:ea typeface="Liberation Sans"/>
                <a:cs typeface="Liberation Sans"/>
              </a:defRPr>
            </a:lvl2pPr>
            <a:lvl3pPr>
              <a:defRPr sz="975" b="0">
                <a:solidFill>
                  <a:srgbClr val="526177"/>
                </a:solidFill>
                <a:latin typeface="Liberation Sans"/>
                <a:ea typeface="Liberation Sans"/>
                <a:cs typeface="Liberation Sans"/>
              </a:defRPr>
            </a:lvl3pPr>
            <a:lvl4pPr>
              <a:defRPr sz="975" b="0">
                <a:solidFill>
                  <a:srgbClr val="526177"/>
                </a:solidFill>
                <a:latin typeface="Liberation Sans"/>
                <a:ea typeface="Liberation Sans"/>
                <a:cs typeface="Liberation Sans"/>
              </a:defRPr>
            </a:lvl4pPr>
            <a:lvl5pPr>
              <a:defRPr sz="975" b="0">
                <a:solidFill>
                  <a:srgbClr val="526177"/>
                </a:solidFill>
                <a:latin typeface="Liberation Sans"/>
                <a:ea typeface="Liberation Sans"/>
                <a:cs typeface="Liberation Sans"/>
              </a:defRPr>
            </a:lvl5pPr>
            <a:lvl6pPr>
              <a:defRPr sz="975" b="0">
                <a:solidFill>
                  <a:srgbClr val="526177"/>
                </a:solidFill>
                <a:latin typeface="Liberation Sans"/>
                <a:ea typeface="Liberation Sans"/>
                <a:cs typeface="Liberation Sans"/>
              </a:defRPr>
            </a:lvl6pPr>
            <a:lvl7pPr>
              <a:defRPr sz="975" b="0">
                <a:solidFill>
                  <a:srgbClr val="526177"/>
                </a:solidFill>
                <a:latin typeface="Liberation Sans"/>
                <a:ea typeface="Liberation Sans"/>
                <a:cs typeface="Liberation Sans"/>
              </a:defRPr>
            </a:lvl7pPr>
            <a:lvl8pPr>
              <a:defRPr sz="975" b="0">
                <a:solidFill>
                  <a:srgbClr val="526177"/>
                </a:solidFill>
                <a:latin typeface="Liberation Sans"/>
                <a:ea typeface="Liberation Sans"/>
                <a:cs typeface="Liberation Sans"/>
              </a:defRPr>
            </a:lvl8pPr>
            <a:lvl9pPr>
              <a:defRPr sz="975" b="0">
                <a:solidFill>
                  <a:srgbClr val="526177"/>
                </a:solidFill>
                <a:latin typeface="Liberation Sans"/>
                <a:ea typeface="Liberation Sans"/>
                <a:cs typeface="Liberation Sans"/>
              </a:defRPr>
            </a:lvl9pPr>
          </a:lstStyle>
          <a:p xmlns:a="http://schemas.openxmlformats.org/drawingml/2006/main">
            <a:pPr>
              <a:defRPr sz="975" b="0">
                <a:solidFill>
                  <a:srgbClr val="526177"/>
                </a:solidFill>
                <a:latin typeface="Liberation Sans"/>
                <a:ea typeface="Liberation Sans"/>
                <a:cs typeface="Liberation Sans"/>
              </a:defRPr>
            </a:pPr>
            <a:r>
              <a:rPr sz="975" b="0">
                <a:solidFill>
                  <a:srgbClr val="526177"/>
                </a:solidFill>
                <a:latin typeface="Liberation Sans"/>
                <a:ea typeface="Liberation Sans"/>
                <a:cs typeface="Liberation Sans"/>
              </a:rPr>
              <a:t>2026-10-21  •  Research-project presentation</a:t>
            </a:r>
          </a:p>
        </p:txBody>
      </p:sp>
      <p:sp>
        <p:nvSpPr>
          <p:cNvPr id="6" name="">
            <a:extLst xmlns:a="http://schemas.openxmlformats.org/drawingml/2006/main">
              <a:ext uri="{FF2B5EF4-FFF2-40B4-BE49-F238E27FC236}">
                <a16:creationId xmlns:a16="http://schemas.microsoft.com/office/drawing/2014/main" id="{05E2E87A-4A46-4801-ADDD-E4F91EA3F00E}"/>
              </a:ext>
            </a:extLst>
          </p:cNvPr>
          <p:cNvSpPr>
            <a:spLocks xmlns:a="http://schemas.openxmlformats.org/drawingml/2006/main" noGrp="1"/>
          </p:cNvSpPr>
          <p:nvPr/>
        </p:nvSpPr>
        <p:spPr>
          <a:xfrm xmlns:a="http://schemas.openxmlformats.org/drawingml/2006/main">
            <a:off x="11020425"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975" b="1">
                <a:solidFill>
                  <a:srgbClr val="526177"/>
                </a:solidFill>
                <a:latin typeface="Liberation Sans"/>
                <a:ea typeface="Liberation Sans"/>
                <a:cs typeface="Liberation Sans"/>
              </a:defRPr>
            </a:defPPr>
            <a:lvl1pPr>
              <a:defRPr sz="975" b="1">
                <a:solidFill>
                  <a:srgbClr val="526177"/>
                </a:solidFill>
                <a:latin typeface="Liberation Sans"/>
                <a:ea typeface="Liberation Sans"/>
                <a:cs typeface="Liberation Sans"/>
              </a:defRPr>
            </a:lvl1pPr>
            <a:lvl2pPr>
              <a:defRPr sz="975" b="1">
                <a:solidFill>
                  <a:srgbClr val="526177"/>
                </a:solidFill>
                <a:latin typeface="Liberation Sans"/>
                <a:ea typeface="Liberation Sans"/>
                <a:cs typeface="Liberation Sans"/>
              </a:defRPr>
            </a:lvl2pPr>
            <a:lvl3pPr>
              <a:defRPr sz="975" b="1">
                <a:solidFill>
                  <a:srgbClr val="526177"/>
                </a:solidFill>
                <a:latin typeface="Liberation Sans"/>
                <a:ea typeface="Liberation Sans"/>
                <a:cs typeface="Liberation Sans"/>
              </a:defRPr>
            </a:lvl3pPr>
            <a:lvl4pPr>
              <a:defRPr sz="975" b="1">
                <a:solidFill>
                  <a:srgbClr val="526177"/>
                </a:solidFill>
                <a:latin typeface="Liberation Sans"/>
                <a:ea typeface="Liberation Sans"/>
                <a:cs typeface="Liberation Sans"/>
              </a:defRPr>
            </a:lvl4pPr>
            <a:lvl5pPr>
              <a:defRPr sz="975" b="1">
                <a:solidFill>
                  <a:srgbClr val="526177"/>
                </a:solidFill>
                <a:latin typeface="Liberation Sans"/>
                <a:ea typeface="Liberation Sans"/>
                <a:cs typeface="Liberation Sans"/>
              </a:defRPr>
            </a:lvl5pPr>
            <a:lvl6pPr>
              <a:defRPr sz="975" b="1">
                <a:solidFill>
                  <a:srgbClr val="526177"/>
                </a:solidFill>
                <a:latin typeface="Liberation Sans"/>
                <a:ea typeface="Liberation Sans"/>
                <a:cs typeface="Liberation Sans"/>
              </a:defRPr>
            </a:lvl6pPr>
            <a:lvl7pPr>
              <a:defRPr sz="975" b="1">
                <a:solidFill>
                  <a:srgbClr val="526177"/>
                </a:solidFill>
                <a:latin typeface="Liberation Sans"/>
                <a:ea typeface="Liberation Sans"/>
                <a:cs typeface="Liberation Sans"/>
              </a:defRPr>
            </a:lvl7pPr>
            <a:lvl8pPr>
              <a:defRPr sz="975" b="1">
                <a:solidFill>
                  <a:srgbClr val="526177"/>
                </a:solidFill>
                <a:latin typeface="Liberation Sans"/>
                <a:ea typeface="Liberation Sans"/>
                <a:cs typeface="Liberation Sans"/>
              </a:defRPr>
            </a:lvl8pPr>
            <a:lvl9pPr>
              <a:defRPr sz="975" b="1">
                <a:solidFill>
                  <a:srgbClr val="526177"/>
                </a:solidFill>
                <a:latin typeface="Liberation Sans"/>
                <a:ea typeface="Liberation Sans"/>
                <a:cs typeface="Liberation Sans"/>
              </a:defRPr>
            </a:lvl9pPr>
          </a:lstStyle>
          <a:p xmlns:a="http://schemas.openxmlformats.org/drawingml/2006/main">
            <a:pPr>
              <a:defRPr sz="975" b="1">
                <a:solidFill>
                  <a:srgbClr val="526177"/>
                </a:solidFill>
                <a:latin typeface="Liberation Sans"/>
                <a:ea typeface="Liberation Sans"/>
                <a:cs typeface="Liberation Sans"/>
              </a:defRPr>
            </a:pPr>
            <a:r>
              <a:rPr sz="975" b="1">
                <a:solidFill>
                  <a:srgbClr val="526177"/>
                </a:solidFill>
                <a:latin typeface="Liberation Sans"/>
                <a:ea typeface="Liberation Sans"/>
                <a:cs typeface="Liberation Sans"/>
              </a:rPr>
              <a:t>17</a:t>
            </a:r>
          </a:p>
        </p:txBody>
      </p:sp>
      <p:sp>
        <p:nvSpPr>
          <p:cNvPr id="7" name="">
            <a:extLst xmlns:a="http://schemas.openxmlformats.org/drawingml/2006/main">
              <a:ext uri="{FF2B5EF4-FFF2-40B4-BE49-F238E27FC236}">
                <a16:creationId xmlns:a16="http://schemas.microsoft.com/office/drawing/2014/main" id="{BCCDFB58-5D02-4D77-A887-EC795E619B07}"/>
              </a:ext>
            </a:extLst>
          </p:cNvPr>
          <p:cNvSpPr>
            <a:spLocks xmlns:a="http://schemas.openxmlformats.org/drawingml/2006/main" noGrp="1"/>
          </p:cNvSpPr>
          <p:nvPr/>
        </p:nvSpPr>
        <p:spPr>
          <a:xfrm xmlns:a="http://schemas.openxmlformats.org/drawingml/2006/main">
            <a:off x="666750" y="17335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264F82"/>
                </a:solidFill>
                <a:latin typeface="Liberation Sans"/>
                <a:ea typeface="Liberation Sans"/>
                <a:cs typeface="Liberation Sans"/>
              </a:defRPr>
            </a:defPPr>
            <a:lvl1pPr>
              <a:defRPr sz="1650" b="0">
                <a:solidFill>
                  <a:srgbClr val="264F82"/>
                </a:solidFill>
                <a:latin typeface="Liberation Sans"/>
                <a:ea typeface="Liberation Sans"/>
                <a:cs typeface="Liberation Sans"/>
              </a:defRPr>
            </a:lvl1pPr>
            <a:lvl2pPr>
              <a:defRPr sz="1650" b="0">
                <a:solidFill>
                  <a:srgbClr val="264F82"/>
                </a:solidFill>
                <a:latin typeface="Liberation Sans"/>
                <a:ea typeface="Liberation Sans"/>
                <a:cs typeface="Liberation Sans"/>
              </a:defRPr>
            </a:lvl2pPr>
            <a:lvl3pPr>
              <a:defRPr sz="1650" b="0">
                <a:solidFill>
                  <a:srgbClr val="264F82"/>
                </a:solidFill>
                <a:latin typeface="Liberation Sans"/>
                <a:ea typeface="Liberation Sans"/>
                <a:cs typeface="Liberation Sans"/>
              </a:defRPr>
            </a:lvl3pPr>
            <a:lvl4pPr>
              <a:defRPr sz="1650" b="0">
                <a:solidFill>
                  <a:srgbClr val="264F82"/>
                </a:solidFill>
                <a:latin typeface="Liberation Sans"/>
                <a:ea typeface="Liberation Sans"/>
                <a:cs typeface="Liberation Sans"/>
              </a:defRPr>
            </a:lvl4pPr>
            <a:lvl5pPr>
              <a:defRPr sz="1650" b="0">
                <a:solidFill>
                  <a:srgbClr val="264F82"/>
                </a:solidFill>
                <a:latin typeface="Liberation Sans"/>
                <a:ea typeface="Liberation Sans"/>
                <a:cs typeface="Liberation Sans"/>
              </a:defRPr>
            </a:lvl5pPr>
            <a:lvl6pPr>
              <a:defRPr sz="1650" b="0">
                <a:solidFill>
                  <a:srgbClr val="264F82"/>
                </a:solidFill>
                <a:latin typeface="Liberation Sans"/>
                <a:ea typeface="Liberation Sans"/>
                <a:cs typeface="Liberation Sans"/>
              </a:defRPr>
            </a:lvl6pPr>
            <a:lvl7pPr>
              <a:defRPr sz="1650" b="0">
                <a:solidFill>
                  <a:srgbClr val="264F82"/>
                </a:solidFill>
                <a:latin typeface="Liberation Sans"/>
                <a:ea typeface="Liberation Sans"/>
                <a:cs typeface="Liberation Sans"/>
              </a:defRPr>
            </a:lvl7pPr>
            <a:lvl8pPr>
              <a:defRPr sz="1650" b="0">
                <a:solidFill>
                  <a:srgbClr val="264F82"/>
                </a:solidFill>
                <a:latin typeface="Liberation Sans"/>
                <a:ea typeface="Liberation Sans"/>
                <a:cs typeface="Liberation Sans"/>
              </a:defRPr>
            </a:lvl8pPr>
            <a:lvl9pPr>
              <a:defRPr sz="1650" b="0">
                <a:solidFill>
                  <a:srgbClr val="264F82"/>
                </a:solidFill>
                <a:latin typeface="Liberation Sans"/>
                <a:ea typeface="Liberation Sans"/>
                <a:cs typeface="Liberation Sans"/>
              </a:defRPr>
            </a:lvl9pPr>
          </a:lstStyle>
          <a:p xmlns:a="http://schemas.openxmlformats.org/drawingml/2006/main">
            <a:pPr>
              <a:defRPr sz="1650" b="0">
                <a:solidFill>
                  <a:srgbClr val="264F82"/>
                </a:solidFill>
                <a:latin typeface="Liberation Sans"/>
                <a:ea typeface="Liberation Sans"/>
                <a:cs typeface="Liberation Sans"/>
              </a:defRPr>
            </a:pPr>
            <a:r>
              <a:rPr sz="1650" u="sng">
                <a:solidFill>
                  <a:srgbClr val="264F82"/>
                </a:solidFill>
                <a:latin typeface="Liberation Sans"/>
                <a:ea typeface="Liberation Sans"/>
                <a:cs typeface="Liberation Sans"/>
                <a:hlinkClick xmlns:r="http://schemas.openxmlformats.org/officeDocument/2006/relationships" r:id="R3dcb4c7a0fb14cac"/>
              </a:rPr>
              <a:t>Cao et al. (2025). Toward Generalizable Evaluation in the LLM Era: A Survey Beyond Benchmarks.</a:t>
            </a:r>
          </a:p>
        </p:txBody>
      </p:sp>
      <p:sp>
        <p:nvSpPr>
          <p:cNvPr id="8" name="">
            <a:extLst xmlns:a="http://schemas.openxmlformats.org/drawingml/2006/main">
              <a:ext uri="{FF2B5EF4-FFF2-40B4-BE49-F238E27FC236}">
                <a16:creationId xmlns:a16="http://schemas.microsoft.com/office/drawing/2014/main" id="{FAC201DD-156F-4E6D-9344-097BA10FC34C}"/>
              </a:ext>
            </a:extLst>
          </p:cNvPr>
          <p:cNvSpPr>
            <a:spLocks xmlns:a="http://schemas.openxmlformats.org/drawingml/2006/main" noGrp="1"/>
          </p:cNvSpPr>
          <p:nvPr/>
        </p:nvSpPr>
        <p:spPr>
          <a:xfrm xmlns:a="http://schemas.openxmlformats.org/drawingml/2006/main">
            <a:off x="666750" y="22288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526177"/>
                </a:solidFill>
                <a:latin typeface="Liberation Sans"/>
                <a:ea typeface="Liberation Sans"/>
                <a:cs typeface="Liberation Sans"/>
              </a:defRPr>
            </a:defPPr>
            <a:lvl1pPr>
              <a:defRPr sz="1350" b="0">
                <a:solidFill>
                  <a:srgbClr val="526177"/>
                </a:solidFill>
                <a:latin typeface="Liberation Sans"/>
                <a:ea typeface="Liberation Sans"/>
                <a:cs typeface="Liberation Sans"/>
              </a:defRPr>
            </a:lvl1pPr>
            <a:lvl2pPr>
              <a:defRPr sz="1350" b="0">
                <a:solidFill>
                  <a:srgbClr val="526177"/>
                </a:solidFill>
                <a:latin typeface="Liberation Sans"/>
                <a:ea typeface="Liberation Sans"/>
                <a:cs typeface="Liberation Sans"/>
              </a:defRPr>
            </a:lvl2pPr>
            <a:lvl3pPr>
              <a:defRPr sz="1350" b="0">
                <a:solidFill>
                  <a:srgbClr val="526177"/>
                </a:solidFill>
                <a:latin typeface="Liberation Sans"/>
                <a:ea typeface="Liberation Sans"/>
                <a:cs typeface="Liberation Sans"/>
              </a:defRPr>
            </a:lvl3pPr>
            <a:lvl4pPr>
              <a:defRPr sz="1350" b="0">
                <a:solidFill>
                  <a:srgbClr val="526177"/>
                </a:solidFill>
                <a:latin typeface="Liberation Sans"/>
                <a:ea typeface="Liberation Sans"/>
                <a:cs typeface="Liberation Sans"/>
              </a:defRPr>
            </a:lvl4pPr>
            <a:lvl5pPr>
              <a:defRPr sz="1350" b="0">
                <a:solidFill>
                  <a:srgbClr val="526177"/>
                </a:solidFill>
                <a:latin typeface="Liberation Sans"/>
                <a:ea typeface="Liberation Sans"/>
                <a:cs typeface="Liberation Sans"/>
              </a:defRPr>
            </a:lvl5pPr>
            <a:lvl6pPr>
              <a:defRPr sz="1350" b="0">
                <a:solidFill>
                  <a:srgbClr val="526177"/>
                </a:solidFill>
                <a:latin typeface="Liberation Sans"/>
                <a:ea typeface="Liberation Sans"/>
                <a:cs typeface="Liberation Sans"/>
              </a:defRPr>
            </a:lvl6pPr>
            <a:lvl7pPr>
              <a:defRPr sz="1350" b="0">
                <a:solidFill>
                  <a:srgbClr val="526177"/>
                </a:solidFill>
                <a:latin typeface="Liberation Sans"/>
                <a:ea typeface="Liberation Sans"/>
                <a:cs typeface="Liberation Sans"/>
              </a:defRPr>
            </a:lvl7pPr>
            <a:lvl8pPr>
              <a:defRPr sz="1350" b="0">
                <a:solidFill>
                  <a:srgbClr val="526177"/>
                </a:solidFill>
                <a:latin typeface="Liberation Sans"/>
                <a:ea typeface="Liberation Sans"/>
                <a:cs typeface="Liberation Sans"/>
              </a:defRPr>
            </a:lvl8pPr>
            <a:lvl9pPr>
              <a:defRPr sz="1350" b="0">
                <a:solidFill>
                  <a:srgbClr val="526177"/>
                </a:solidFill>
                <a:latin typeface="Liberation Sans"/>
                <a:ea typeface="Liberation Sans"/>
                <a:cs typeface="Liberation Sans"/>
              </a:defRPr>
            </a:lvl9pPr>
          </a:lstStyle>
          <a:p xmlns:a="http://schemas.openxmlformats.org/drawingml/2006/main">
            <a:pPr>
              <a:defRPr sz="1350" b="0">
                <a:solidFill>
                  <a:srgbClr val="526177"/>
                </a:solidFill>
                <a:latin typeface="Liberation Sans"/>
                <a:ea typeface="Liberation Sans"/>
                <a:cs typeface="Liberation Sans"/>
              </a:defRPr>
            </a:pPr>
            <a:r>
              <a:rPr sz="1350" b="0">
                <a:solidFill>
                  <a:srgbClr val="526177"/>
                </a:solidFill>
                <a:latin typeface="Liberation Sans"/>
                <a:ea typeface="Liberation Sans"/>
                <a:cs typeface="Liberation Sans"/>
              </a:rPr>
              <a:t>https://arxiv.org/abs/2504.18838</a:t>
            </a:r>
          </a:p>
        </p:txBody>
      </p:sp>
      <p:sp>
        <p:nvSpPr>
          <p:cNvPr id="9" name="">
            <a:extLst xmlns:a="http://schemas.openxmlformats.org/drawingml/2006/main">
              <a:ext uri="{FF2B5EF4-FFF2-40B4-BE49-F238E27FC236}">
                <a16:creationId xmlns:a16="http://schemas.microsoft.com/office/drawing/2014/main" id="{B260C308-0A3C-4A5D-B2C6-4363B327FE17}"/>
              </a:ext>
            </a:extLst>
          </p:cNvPr>
          <p:cNvSpPr>
            <a:spLocks xmlns:a="http://schemas.openxmlformats.org/drawingml/2006/main" noGrp="1"/>
          </p:cNvSpPr>
          <p:nvPr/>
        </p:nvSpPr>
        <p:spPr>
          <a:xfrm xmlns:a="http://schemas.openxmlformats.org/drawingml/2006/main">
            <a:off x="666750" y="29337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264F82"/>
                </a:solidFill>
                <a:latin typeface="Liberation Sans"/>
                <a:ea typeface="Liberation Sans"/>
                <a:cs typeface="Liberation Sans"/>
              </a:defRPr>
            </a:defPPr>
            <a:lvl1pPr>
              <a:defRPr sz="1650" b="0">
                <a:solidFill>
                  <a:srgbClr val="264F82"/>
                </a:solidFill>
                <a:latin typeface="Liberation Sans"/>
                <a:ea typeface="Liberation Sans"/>
                <a:cs typeface="Liberation Sans"/>
              </a:defRPr>
            </a:lvl1pPr>
            <a:lvl2pPr>
              <a:defRPr sz="1650" b="0">
                <a:solidFill>
                  <a:srgbClr val="264F82"/>
                </a:solidFill>
                <a:latin typeface="Liberation Sans"/>
                <a:ea typeface="Liberation Sans"/>
                <a:cs typeface="Liberation Sans"/>
              </a:defRPr>
            </a:lvl2pPr>
            <a:lvl3pPr>
              <a:defRPr sz="1650" b="0">
                <a:solidFill>
                  <a:srgbClr val="264F82"/>
                </a:solidFill>
                <a:latin typeface="Liberation Sans"/>
                <a:ea typeface="Liberation Sans"/>
                <a:cs typeface="Liberation Sans"/>
              </a:defRPr>
            </a:lvl3pPr>
            <a:lvl4pPr>
              <a:defRPr sz="1650" b="0">
                <a:solidFill>
                  <a:srgbClr val="264F82"/>
                </a:solidFill>
                <a:latin typeface="Liberation Sans"/>
                <a:ea typeface="Liberation Sans"/>
                <a:cs typeface="Liberation Sans"/>
              </a:defRPr>
            </a:lvl4pPr>
            <a:lvl5pPr>
              <a:defRPr sz="1650" b="0">
                <a:solidFill>
                  <a:srgbClr val="264F82"/>
                </a:solidFill>
                <a:latin typeface="Liberation Sans"/>
                <a:ea typeface="Liberation Sans"/>
                <a:cs typeface="Liberation Sans"/>
              </a:defRPr>
            </a:lvl5pPr>
            <a:lvl6pPr>
              <a:defRPr sz="1650" b="0">
                <a:solidFill>
                  <a:srgbClr val="264F82"/>
                </a:solidFill>
                <a:latin typeface="Liberation Sans"/>
                <a:ea typeface="Liberation Sans"/>
                <a:cs typeface="Liberation Sans"/>
              </a:defRPr>
            </a:lvl6pPr>
            <a:lvl7pPr>
              <a:defRPr sz="1650" b="0">
                <a:solidFill>
                  <a:srgbClr val="264F82"/>
                </a:solidFill>
                <a:latin typeface="Liberation Sans"/>
                <a:ea typeface="Liberation Sans"/>
                <a:cs typeface="Liberation Sans"/>
              </a:defRPr>
            </a:lvl7pPr>
            <a:lvl8pPr>
              <a:defRPr sz="1650" b="0">
                <a:solidFill>
                  <a:srgbClr val="264F82"/>
                </a:solidFill>
                <a:latin typeface="Liberation Sans"/>
                <a:ea typeface="Liberation Sans"/>
                <a:cs typeface="Liberation Sans"/>
              </a:defRPr>
            </a:lvl8pPr>
            <a:lvl9pPr>
              <a:defRPr sz="1650" b="0">
                <a:solidFill>
                  <a:srgbClr val="264F82"/>
                </a:solidFill>
                <a:latin typeface="Liberation Sans"/>
                <a:ea typeface="Liberation Sans"/>
                <a:cs typeface="Liberation Sans"/>
              </a:defRPr>
            </a:lvl9pPr>
          </a:lstStyle>
          <a:p xmlns:a="http://schemas.openxmlformats.org/drawingml/2006/main">
            <a:pPr>
              <a:defRPr sz="1650" b="0">
                <a:solidFill>
                  <a:srgbClr val="264F82"/>
                </a:solidFill>
                <a:latin typeface="Liberation Sans"/>
                <a:ea typeface="Liberation Sans"/>
                <a:cs typeface="Liberation Sans"/>
              </a:defRPr>
            </a:pPr>
            <a:r>
              <a:rPr sz="1650" u="sng">
                <a:solidFill>
                  <a:srgbClr val="264F82"/>
                </a:solidFill>
                <a:latin typeface="Liberation Sans"/>
                <a:ea typeface="Liberation Sans"/>
                <a:cs typeface="Liberation Sans"/>
                <a:hlinkClick xmlns:r="http://schemas.openxmlformats.org/officeDocument/2006/relationships" r:id="R0130020f13364892"/>
              </a:rPr>
              <a:t>Mohammadi, Li, Lo &amp; Yip (2025). Evaluation and Benchmarking of LLM Agents: A Survey.</a:t>
            </a:r>
          </a:p>
        </p:txBody>
      </p:sp>
      <p:sp>
        <p:nvSpPr>
          <p:cNvPr id="10" name="">
            <a:extLst xmlns:a="http://schemas.openxmlformats.org/drawingml/2006/main">
              <a:ext uri="{FF2B5EF4-FFF2-40B4-BE49-F238E27FC236}">
                <a16:creationId xmlns:a16="http://schemas.microsoft.com/office/drawing/2014/main" id="{A8082A31-BE9D-413F-9363-D1496C908F95}"/>
              </a:ext>
            </a:extLst>
          </p:cNvPr>
          <p:cNvSpPr>
            <a:spLocks xmlns:a="http://schemas.openxmlformats.org/drawingml/2006/main" noGrp="1"/>
          </p:cNvSpPr>
          <p:nvPr/>
        </p:nvSpPr>
        <p:spPr>
          <a:xfrm xmlns:a="http://schemas.openxmlformats.org/drawingml/2006/main">
            <a:off x="666750" y="342900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526177"/>
                </a:solidFill>
                <a:latin typeface="Liberation Sans"/>
                <a:ea typeface="Liberation Sans"/>
                <a:cs typeface="Liberation Sans"/>
              </a:defRPr>
            </a:defPPr>
            <a:lvl1pPr>
              <a:defRPr sz="1350" b="0">
                <a:solidFill>
                  <a:srgbClr val="526177"/>
                </a:solidFill>
                <a:latin typeface="Liberation Sans"/>
                <a:ea typeface="Liberation Sans"/>
                <a:cs typeface="Liberation Sans"/>
              </a:defRPr>
            </a:lvl1pPr>
            <a:lvl2pPr>
              <a:defRPr sz="1350" b="0">
                <a:solidFill>
                  <a:srgbClr val="526177"/>
                </a:solidFill>
                <a:latin typeface="Liberation Sans"/>
                <a:ea typeface="Liberation Sans"/>
                <a:cs typeface="Liberation Sans"/>
              </a:defRPr>
            </a:lvl2pPr>
            <a:lvl3pPr>
              <a:defRPr sz="1350" b="0">
                <a:solidFill>
                  <a:srgbClr val="526177"/>
                </a:solidFill>
                <a:latin typeface="Liberation Sans"/>
                <a:ea typeface="Liberation Sans"/>
                <a:cs typeface="Liberation Sans"/>
              </a:defRPr>
            </a:lvl3pPr>
            <a:lvl4pPr>
              <a:defRPr sz="1350" b="0">
                <a:solidFill>
                  <a:srgbClr val="526177"/>
                </a:solidFill>
                <a:latin typeface="Liberation Sans"/>
                <a:ea typeface="Liberation Sans"/>
                <a:cs typeface="Liberation Sans"/>
              </a:defRPr>
            </a:lvl4pPr>
            <a:lvl5pPr>
              <a:defRPr sz="1350" b="0">
                <a:solidFill>
                  <a:srgbClr val="526177"/>
                </a:solidFill>
                <a:latin typeface="Liberation Sans"/>
                <a:ea typeface="Liberation Sans"/>
                <a:cs typeface="Liberation Sans"/>
              </a:defRPr>
            </a:lvl5pPr>
            <a:lvl6pPr>
              <a:defRPr sz="1350" b="0">
                <a:solidFill>
                  <a:srgbClr val="526177"/>
                </a:solidFill>
                <a:latin typeface="Liberation Sans"/>
                <a:ea typeface="Liberation Sans"/>
                <a:cs typeface="Liberation Sans"/>
              </a:defRPr>
            </a:lvl6pPr>
            <a:lvl7pPr>
              <a:defRPr sz="1350" b="0">
                <a:solidFill>
                  <a:srgbClr val="526177"/>
                </a:solidFill>
                <a:latin typeface="Liberation Sans"/>
                <a:ea typeface="Liberation Sans"/>
                <a:cs typeface="Liberation Sans"/>
              </a:defRPr>
            </a:lvl7pPr>
            <a:lvl8pPr>
              <a:defRPr sz="1350" b="0">
                <a:solidFill>
                  <a:srgbClr val="526177"/>
                </a:solidFill>
                <a:latin typeface="Liberation Sans"/>
                <a:ea typeface="Liberation Sans"/>
                <a:cs typeface="Liberation Sans"/>
              </a:defRPr>
            </a:lvl8pPr>
            <a:lvl9pPr>
              <a:defRPr sz="1350" b="0">
                <a:solidFill>
                  <a:srgbClr val="526177"/>
                </a:solidFill>
                <a:latin typeface="Liberation Sans"/>
                <a:ea typeface="Liberation Sans"/>
                <a:cs typeface="Liberation Sans"/>
              </a:defRPr>
            </a:lvl9pPr>
          </a:lstStyle>
          <a:p xmlns:a="http://schemas.openxmlformats.org/drawingml/2006/main">
            <a:pPr>
              <a:defRPr sz="1350" b="0">
                <a:solidFill>
                  <a:srgbClr val="526177"/>
                </a:solidFill>
                <a:latin typeface="Liberation Sans"/>
                <a:ea typeface="Liberation Sans"/>
                <a:cs typeface="Liberation Sans"/>
              </a:defRPr>
            </a:pPr>
            <a:r>
              <a:rPr sz="1350" b="0">
                <a:solidFill>
                  <a:srgbClr val="526177"/>
                </a:solidFill>
                <a:latin typeface="Liberation Sans"/>
                <a:ea typeface="Liberation Sans"/>
                <a:cs typeface="Liberation Sans"/>
              </a:rPr>
              <a:t>https://arxiv.org/abs/2507.21504</a:t>
            </a:r>
          </a:p>
        </p:txBody>
      </p:sp>
      <p:sp>
        <p:nvSpPr>
          <p:cNvPr id="11" name="">
            <a:extLst xmlns:a="http://schemas.openxmlformats.org/drawingml/2006/main">
              <a:ext uri="{FF2B5EF4-FFF2-40B4-BE49-F238E27FC236}">
                <a16:creationId xmlns:a16="http://schemas.microsoft.com/office/drawing/2014/main" id="{2BB20C31-9583-408F-89A5-90DDA7F2DEF7}"/>
              </a:ext>
            </a:extLst>
          </p:cNvPr>
          <p:cNvSpPr>
            <a:spLocks xmlns:a="http://schemas.openxmlformats.org/drawingml/2006/main" noGrp="1"/>
          </p:cNvSpPr>
          <p:nvPr/>
        </p:nvSpPr>
        <p:spPr>
          <a:xfrm xmlns:a="http://schemas.openxmlformats.org/drawingml/2006/main">
            <a:off x="666750" y="41338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0">
                <a:solidFill>
                  <a:srgbClr val="264F82"/>
                </a:solidFill>
                <a:latin typeface="Liberation Sans"/>
                <a:ea typeface="Liberation Sans"/>
                <a:cs typeface="Liberation Sans"/>
              </a:defRPr>
            </a:defPPr>
            <a:lvl1pPr>
              <a:defRPr sz="1650" b="0">
                <a:solidFill>
                  <a:srgbClr val="264F82"/>
                </a:solidFill>
                <a:latin typeface="Liberation Sans"/>
                <a:ea typeface="Liberation Sans"/>
                <a:cs typeface="Liberation Sans"/>
              </a:defRPr>
            </a:lvl1pPr>
            <a:lvl2pPr>
              <a:defRPr sz="1650" b="0">
                <a:solidFill>
                  <a:srgbClr val="264F82"/>
                </a:solidFill>
                <a:latin typeface="Liberation Sans"/>
                <a:ea typeface="Liberation Sans"/>
                <a:cs typeface="Liberation Sans"/>
              </a:defRPr>
            </a:lvl2pPr>
            <a:lvl3pPr>
              <a:defRPr sz="1650" b="0">
                <a:solidFill>
                  <a:srgbClr val="264F82"/>
                </a:solidFill>
                <a:latin typeface="Liberation Sans"/>
                <a:ea typeface="Liberation Sans"/>
                <a:cs typeface="Liberation Sans"/>
              </a:defRPr>
            </a:lvl3pPr>
            <a:lvl4pPr>
              <a:defRPr sz="1650" b="0">
                <a:solidFill>
                  <a:srgbClr val="264F82"/>
                </a:solidFill>
                <a:latin typeface="Liberation Sans"/>
                <a:ea typeface="Liberation Sans"/>
                <a:cs typeface="Liberation Sans"/>
              </a:defRPr>
            </a:lvl4pPr>
            <a:lvl5pPr>
              <a:defRPr sz="1650" b="0">
                <a:solidFill>
                  <a:srgbClr val="264F82"/>
                </a:solidFill>
                <a:latin typeface="Liberation Sans"/>
                <a:ea typeface="Liberation Sans"/>
                <a:cs typeface="Liberation Sans"/>
              </a:defRPr>
            </a:lvl5pPr>
            <a:lvl6pPr>
              <a:defRPr sz="1650" b="0">
                <a:solidFill>
                  <a:srgbClr val="264F82"/>
                </a:solidFill>
                <a:latin typeface="Liberation Sans"/>
                <a:ea typeface="Liberation Sans"/>
                <a:cs typeface="Liberation Sans"/>
              </a:defRPr>
            </a:lvl6pPr>
            <a:lvl7pPr>
              <a:defRPr sz="1650" b="0">
                <a:solidFill>
                  <a:srgbClr val="264F82"/>
                </a:solidFill>
                <a:latin typeface="Liberation Sans"/>
                <a:ea typeface="Liberation Sans"/>
                <a:cs typeface="Liberation Sans"/>
              </a:defRPr>
            </a:lvl7pPr>
            <a:lvl8pPr>
              <a:defRPr sz="1650" b="0">
                <a:solidFill>
                  <a:srgbClr val="264F82"/>
                </a:solidFill>
                <a:latin typeface="Liberation Sans"/>
                <a:ea typeface="Liberation Sans"/>
                <a:cs typeface="Liberation Sans"/>
              </a:defRPr>
            </a:lvl8pPr>
            <a:lvl9pPr>
              <a:defRPr sz="1650" b="0">
                <a:solidFill>
                  <a:srgbClr val="264F82"/>
                </a:solidFill>
                <a:latin typeface="Liberation Sans"/>
                <a:ea typeface="Liberation Sans"/>
                <a:cs typeface="Liberation Sans"/>
              </a:defRPr>
            </a:lvl9pPr>
          </a:lstStyle>
          <a:p xmlns:a="http://schemas.openxmlformats.org/drawingml/2006/main">
            <a:pPr>
              <a:defRPr sz="1650" b="0">
                <a:solidFill>
                  <a:srgbClr val="264F82"/>
                </a:solidFill>
                <a:latin typeface="Liberation Sans"/>
                <a:ea typeface="Liberation Sans"/>
                <a:cs typeface="Liberation Sans"/>
              </a:defRPr>
            </a:pPr>
            <a:r>
              <a:rPr sz="1650" u="sng">
                <a:solidFill>
                  <a:srgbClr val="264F82"/>
                </a:solidFill>
                <a:latin typeface="Liberation Sans"/>
                <a:ea typeface="Liberation Sans"/>
                <a:cs typeface="Liberation Sans"/>
                <a:hlinkClick xmlns:r="http://schemas.openxmlformats.org/officeDocument/2006/relationships" r:id="Rd63a2d3986374a62"/>
              </a:rPr>
              <a:t>Ni et al. (2025). A Survey on Large Language Model Benchmarks.</a:t>
            </a:r>
          </a:p>
        </p:txBody>
      </p:sp>
      <p:sp>
        <p:nvSpPr>
          <p:cNvPr id="12" name="">
            <a:extLst xmlns:a="http://schemas.openxmlformats.org/drawingml/2006/main">
              <a:ext uri="{FF2B5EF4-FFF2-40B4-BE49-F238E27FC236}">
                <a16:creationId xmlns:a16="http://schemas.microsoft.com/office/drawing/2014/main" id="{B31AAA85-2BD3-4882-A43E-E8C754E62777}"/>
              </a:ext>
            </a:extLst>
          </p:cNvPr>
          <p:cNvSpPr>
            <a:spLocks xmlns:a="http://schemas.openxmlformats.org/drawingml/2006/main" noGrp="1"/>
          </p:cNvSpPr>
          <p:nvPr/>
        </p:nvSpPr>
        <p:spPr>
          <a:xfrm xmlns:a="http://schemas.openxmlformats.org/drawingml/2006/main">
            <a:off x="666750" y="46291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350" b="0">
                <a:solidFill>
                  <a:srgbClr val="526177"/>
                </a:solidFill>
                <a:latin typeface="Liberation Sans"/>
                <a:ea typeface="Liberation Sans"/>
                <a:cs typeface="Liberation Sans"/>
              </a:defRPr>
            </a:defPPr>
            <a:lvl1pPr>
              <a:defRPr sz="1350" b="0">
                <a:solidFill>
                  <a:srgbClr val="526177"/>
                </a:solidFill>
                <a:latin typeface="Liberation Sans"/>
                <a:ea typeface="Liberation Sans"/>
                <a:cs typeface="Liberation Sans"/>
              </a:defRPr>
            </a:lvl1pPr>
            <a:lvl2pPr>
              <a:defRPr sz="1350" b="0">
                <a:solidFill>
                  <a:srgbClr val="526177"/>
                </a:solidFill>
                <a:latin typeface="Liberation Sans"/>
                <a:ea typeface="Liberation Sans"/>
                <a:cs typeface="Liberation Sans"/>
              </a:defRPr>
            </a:lvl2pPr>
            <a:lvl3pPr>
              <a:defRPr sz="1350" b="0">
                <a:solidFill>
                  <a:srgbClr val="526177"/>
                </a:solidFill>
                <a:latin typeface="Liberation Sans"/>
                <a:ea typeface="Liberation Sans"/>
                <a:cs typeface="Liberation Sans"/>
              </a:defRPr>
            </a:lvl3pPr>
            <a:lvl4pPr>
              <a:defRPr sz="1350" b="0">
                <a:solidFill>
                  <a:srgbClr val="526177"/>
                </a:solidFill>
                <a:latin typeface="Liberation Sans"/>
                <a:ea typeface="Liberation Sans"/>
                <a:cs typeface="Liberation Sans"/>
              </a:defRPr>
            </a:lvl4pPr>
            <a:lvl5pPr>
              <a:defRPr sz="1350" b="0">
                <a:solidFill>
                  <a:srgbClr val="526177"/>
                </a:solidFill>
                <a:latin typeface="Liberation Sans"/>
                <a:ea typeface="Liberation Sans"/>
                <a:cs typeface="Liberation Sans"/>
              </a:defRPr>
            </a:lvl5pPr>
            <a:lvl6pPr>
              <a:defRPr sz="1350" b="0">
                <a:solidFill>
                  <a:srgbClr val="526177"/>
                </a:solidFill>
                <a:latin typeface="Liberation Sans"/>
                <a:ea typeface="Liberation Sans"/>
                <a:cs typeface="Liberation Sans"/>
              </a:defRPr>
            </a:lvl6pPr>
            <a:lvl7pPr>
              <a:defRPr sz="1350" b="0">
                <a:solidFill>
                  <a:srgbClr val="526177"/>
                </a:solidFill>
                <a:latin typeface="Liberation Sans"/>
                <a:ea typeface="Liberation Sans"/>
                <a:cs typeface="Liberation Sans"/>
              </a:defRPr>
            </a:lvl7pPr>
            <a:lvl8pPr>
              <a:defRPr sz="1350" b="0">
                <a:solidFill>
                  <a:srgbClr val="526177"/>
                </a:solidFill>
                <a:latin typeface="Liberation Sans"/>
                <a:ea typeface="Liberation Sans"/>
                <a:cs typeface="Liberation Sans"/>
              </a:defRPr>
            </a:lvl8pPr>
            <a:lvl9pPr>
              <a:defRPr sz="1350" b="0">
                <a:solidFill>
                  <a:srgbClr val="526177"/>
                </a:solidFill>
                <a:latin typeface="Liberation Sans"/>
                <a:ea typeface="Liberation Sans"/>
                <a:cs typeface="Liberation Sans"/>
              </a:defRPr>
            </a:lvl9pPr>
          </a:lstStyle>
          <a:p xmlns:a="http://schemas.openxmlformats.org/drawingml/2006/main">
            <a:pPr>
              <a:defRPr sz="1350" b="0">
                <a:solidFill>
                  <a:srgbClr val="526177"/>
                </a:solidFill>
                <a:latin typeface="Liberation Sans"/>
                <a:ea typeface="Liberation Sans"/>
                <a:cs typeface="Liberation Sans"/>
              </a:defRPr>
            </a:pPr>
            <a:r>
              <a:rPr sz="1350" b="0">
                <a:solidFill>
                  <a:srgbClr val="526177"/>
                </a:solidFill>
                <a:latin typeface="Liberation Sans"/>
                <a:ea typeface="Liberation Sans"/>
                <a:cs typeface="Liberation Sans"/>
              </a:rPr>
              <a:t>https://arxiv.org/abs/2508.15361</a:t>
            </a:r>
          </a:p>
        </p:txBody>
      </p:sp>
      <p:sp>
        <p:nvSpPr>
          <p:cNvPr id="13" name="">
            <a:extLst xmlns:a="http://schemas.openxmlformats.org/drawingml/2006/main">
              <a:ext uri="{FF2B5EF4-FFF2-40B4-BE49-F238E27FC236}">
                <a16:creationId xmlns:a16="http://schemas.microsoft.com/office/drawing/2014/main" id="{BC552315-31C1-45A7-BFDB-9B863163D687}"/>
              </a:ext>
            </a:extLst>
          </p:cNvPr>
          <p:cNvSpPr>
            <a:spLocks xmlns:a="http://schemas.openxmlformats.org/drawingml/2006/main" noGrp="1"/>
          </p:cNvSpPr>
          <p:nvPr/>
        </p:nvSpPr>
        <p:spPr>
          <a:xfrm xmlns:a="http://schemas.openxmlformats.org/drawingml/2006/main">
            <a:off x="666750" y="544830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defRPr sz="1650" b="1">
                <a:solidFill>
                  <a:srgbClr val="BC741D"/>
                </a:solidFill>
                <a:latin typeface="Liberation Sans"/>
                <a:ea typeface="Liberation Sans"/>
                <a:cs typeface="Liberation Sans"/>
              </a:defRPr>
            </a:defPPr>
            <a:lvl1pPr>
              <a:defRPr sz="1650" b="1">
                <a:solidFill>
                  <a:srgbClr val="BC741D"/>
                </a:solidFill>
                <a:latin typeface="Liberation Sans"/>
                <a:ea typeface="Liberation Sans"/>
                <a:cs typeface="Liberation Sans"/>
              </a:defRPr>
            </a:lvl1pPr>
            <a:lvl2pPr>
              <a:defRPr sz="1650" b="1">
                <a:solidFill>
                  <a:srgbClr val="BC741D"/>
                </a:solidFill>
                <a:latin typeface="Liberation Sans"/>
                <a:ea typeface="Liberation Sans"/>
                <a:cs typeface="Liberation Sans"/>
              </a:defRPr>
            </a:lvl2pPr>
            <a:lvl3pPr>
              <a:defRPr sz="1650" b="1">
                <a:solidFill>
                  <a:srgbClr val="BC741D"/>
                </a:solidFill>
                <a:latin typeface="Liberation Sans"/>
                <a:ea typeface="Liberation Sans"/>
                <a:cs typeface="Liberation Sans"/>
              </a:defRPr>
            </a:lvl3pPr>
            <a:lvl4pPr>
              <a:defRPr sz="1650" b="1">
                <a:solidFill>
                  <a:srgbClr val="BC741D"/>
                </a:solidFill>
                <a:latin typeface="Liberation Sans"/>
                <a:ea typeface="Liberation Sans"/>
                <a:cs typeface="Liberation Sans"/>
              </a:defRPr>
            </a:lvl4pPr>
            <a:lvl5pPr>
              <a:defRPr sz="1650" b="1">
                <a:solidFill>
                  <a:srgbClr val="BC741D"/>
                </a:solidFill>
                <a:latin typeface="Liberation Sans"/>
                <a:ea typeface="Liberation Sans"/>
                <a:cs typeface="Liberation Sans"/>
              </a:defRPr>
            </a:lvl5pPr>
            <a:lvl6pPr>
              <a:defRPr sz="1650" b="1">
                <a:solidFill>
                  <a:srgbClr val="BC741D"/>
                </a:solidFill>
                <a:latin typeface="Liberation Sans"/>
                <a:ea typeface="Liberation Sans"/>
                <a:cs typeface="Liberation Sans"/>
              </a:defRPr>
            </a:lvl6pPr>
            <a:lvl7pPr>
              <a:defRPr sz="1650" b="1">
                <a:solidFill>
                  <a:srgbClr val="BC741D"/>
                </a:solidFill>
                <a:latin typeface="Liberation Sans"/>
                <a:ea typeface="Liberation Sans"/>
                <a:cs typeface="Liberation Sans"/>
              </a:defRPr>
            </a:lvl7pPr>
            <a:lvl8pPr>
              <a:defRPr sz="1650" b="1">
                <a:solidFill>
                  <a:srgbClr val="BC741D"/>
                </a:solidFill>
                <a:latin typeface="Liberation Sans"/>
                <a:ea typeface="Liberation Sans"/>
                <a:cs typeface="Liberation Sans"/>
              </a:defRPr>
            </a:lvl8pPr>
            <a:lvl9pPr>
              <a:defRPr sz="1650" b="1">
                <a:solidFill>
                  <a:srgbClr val="BC741D"/>
                </a:solidFill>
                <a:latin typeface="Liberation Sans"/>
                <a:ea typeface="Liberation Sans"/>
                <a:cs typeface="Liberation Sans"/>
              </a:defRPr>
            </a:lvl9pPr>
          </a:lstStyle>
          <a:p xmlns:a="http://schemas.openxmlformats.org/drawingml/2006/main">
            <a:pPr>
              <a:defRPr sz="1650" b="1">
                <a:solidFill>
                  <a:srgbClr val="BC741D"/>
                </a:solidFill>
                <a:latin typeface="Liberation Sans"/>
                <a:ea typeface="Liberation Sans"/>
                <a:cs typeface="Liberation Sans"/>
              </a:defRPr>
            </a:pPr>
            <a:r>
              <a:rPr sz="1650" b="1">
                <a:solidFill>
                  <a:srgbClr val="BC741D"/>
                </a:solidFill>
                <a:latin typeface="Liberation Sans"/>
                <a:ea typeface="Liberation Sans"/>
                <a:cs typeface="Liberation Sans"/>
              </a:rPr>
              <a:t>These surveys provide context for future work. The lab does not run their suites or evaluate agents.</a:t>
            </a:r>
          </a:p>
        </p:txBody>
      </p:sp>
    </p:spTree>
    <p:extLst>
      <p:ext uri="{BB962C8B-B14F-4D97-AF65-F5344CB8AC3E}">
        <p14:creationId xmlns:p14="http://schemas.microsoft.com/office/powerpoint/2010/main" val="3462043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2026-10-21T17:04:42.5060000Z</dcterms:created>
  <dcterms:modified xsi:type="dcterms:W3CDTF">2026-10-21T17:04:42.5060000Z</dcterms:modified>
</coreProperties>
</file>